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  <p:sldMasterId id="2147483796" r:id="rId2"/>
    <p:sldMasterId id="2147483831" r:id="rId3"/>
    <p:sldMasterId id="2147483819" r:id="rId4"/>
  </p:sldMasterIdLst>
  <p:notesMasterIdLst>
    <p:notesMasterId r:id="rId37"/>
  </p:notesMasterIdLst>
  <p:handoutMasterIdLst>
    <p:handoutMasterId r:id="rId38"/>
  </p:handoutMasterIdLst>
  <p:sldIdLst>
    <p:sldId id="710" r:id="rId5"/>
    <p:sldId id="750" r:id="rId6"/>
    <p:sldId id="770" r:id="rId7"/>
    <p:sldId id="771" r:id="rId8"/>
    <p:sldId id="751" r:id="rId9"/>
    <p:sldId id="755" r:id="rId10"/>
    <p:sldId id="766" r:id="rId11"/>
    <p:sldId id="767" r:id="rId12"/>
    <p:sldId id="768" r:id="rId13"/>
    <p:sldId id="762" r:id="rId14"/>
    <p:sldId id="763" r:id="rId15"/>
    <p:sldId id="764" r:id="rId16"/>
    <p:sldId id="761" r:id="rId17"/>
    <p:sldId id="756" r:id="rId18"/>
    <p:sldId id="757" r:id="rId19"/>
    <p:sldId id="774" r:id="rId20"/>
    <p:sldId id="775" r:id="rId21"/>
    <p:sldId id="776" r:id="rId22"/>
    <p:sldId id="777" r:id="rId23"/>
    <p:sldId id="778" r:id="rId24"/>
    <p:sldId id="779" r:id="rId25"/>
    <p:sldId id="780" r:id="rId26"/>
    <p:sldId id="781" r:id="rId27"/>
    <p:sldId id="782" r:id="rId28"/>
    <p:sldId id="783" r:id="rId29"/>
    <p:sldId id="784" r:id="rId30"/>
    <p:sldId id="785" r:id="rId31"/>
    <p:sldId id="786" r:id="rId32"/>
    <p:sldId id="787" r:id="rId33"/>
    <p:sldId id="713" r:id="rId34"/>
    <p:sldId id="772" r:id="rId35"/>
    <p:sldId id="752" r:id="rId36"/>
  </p:sldIdLst>
  <p:sldSz cx="9144000" cy="6858000" type="screen4x3"/>
  <p:notesSz cx="6770688" cy="99028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0000"/>
    <a:srgbClr val="99FFCC"/>
    <a:srgbClr val="C0C0C0"/>
    <a:srgbClr val="000022"/>
    <a:srgbClr val="EFF7FF"/>
    <a:srgbClr val="00004A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29" autoAdjust="0"/>
    <p:restoredTop sz="87961" autoAdjust="0"/>
  </p:normalViewPr>
  <p:slideViewPr>
    <p:cSldViewPr>
      <p:cViewPr varScale="1">
        <p:scale>
          <a:sx n="60" d="100"/>
          <a:sy n="60" d="100"/>
        </p:scale>
        <p:origin x="14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48" d="100"/>
          <a:sy n="48" d="100"/>
        </p:scale>
        <p:origin x="302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7.xml"/><Relationship Id="rId2" Type="http://schemas.openxmlformats.org/officeDocument/2006/relationships/slide" Target="slides/slide16.xml"/><Relationship Id="rId1" Type="http://schemas.openxmlformats.org/officeDocument/2006/relationships/slide" Target="slides/slide1.xml"/><Relationship Id="rId5" Type="http://schemas.openxmlformats.org/officeDocument/2006/relationships/slide" Target="slides/slide30.xml"/><Relationship Id="rId4" Type="http://schemas.openxmlformats.org/officeDocument/2006/relationships/slide" Target="slides/slide1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6469816272965882E-2"/>
          <c:y val="0.17171296296296298"/>
          <c:w val="0.89019685039370078"/>
          <c:h val="0.720887649460484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Sales INR Mio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Sheet1!$B$3:$B$17</c:f>
              <c:numCache>
                <c:formatCode>General</c:formatCode>
                <c:ptCount val="15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</c:numCache>
            </c:numRef>
          </c:cat>
          <c:val>
            <c:numRef>
              <c:f>Sheet1!$C$3:$C$17</c:f>
              <c:numCache>
                <c:formatCode>General</c:formatCode>
                <c:ptCount val="15"/>
                <c:pt idx="0">
                  <c:v>6.3</c:v>
                </c:pt>
                <c:pt idx="1">
                  <c:v>10.5</c:v>
                </c:pt>
                <c:pt idx="2">
                  <c:v>16.52</c:v>
                </c:pt>
                <c:pt idx="3">
                  <c:v>30.91</c:v>
                </c:pt>
                <c:pt idx="4">
                  <c:v>39.03</c:v>
                </c:pt>
                <c:pt idx="5">
                  <c:v>52</c:v>
                </c:pt>
                <c:pt idx="6">
                  <c:v>63.8</c:v>
                </c:pt>
                <c:pt idx="7">
                  <c:v>80.14</c:v>
                </c:pt>
                <c:pt idx="8">
                  <c:v>101.33</c:v>
                </c:pt>
                <c:pt idx="9">
                  <c:v>126.67</c:v>
                </c:pt>
                <c:pt idx="10">
                  <c:v>150</c:v>
                </c:pt>
                <c:pt idx="11">
                  <c:v>162.82</c:v>
                </c:pt>
                <c:pt idx="12">
                  <c:v>135.5</c:v>
                </c:pt>
                <c:pt idx="13">
                  <c:v>147.86099999999999</c:v>
                </c:pt>
                <c:pt idx="14">
                  <c:v>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2D-4E46-A69D-3414B84B6C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9286664"/>
        <c:axId val="319288304"/>
      </c:barChart>
      <c:catAx>
        <c:axId val="319286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9288304"/>
        <c:crosses val="autoZero"/>
        <c:auto val="1"/>
        <c:lblAlgn val="ctr"/>
        <c:lblOffset val="100"/>
        <c:noMultiLvlLbl val="0"/>
      </c:catAx>
      <c:valAx>
        <c:axId val="319288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9286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E529FD-30BE-46BA-842B-9A35CCF70A3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5AD551-8B98-4C02-91FD-98AC1EE30449}">
      <dgm:prSet phldrT="[Text]" custT="1"/>
      <dgm:spPr>
        <a:solidFill>
          <a:srgbClr val="99FFCC"/>
        </a:solidFill>
        <a:ln>
          <a:solidFill>
            <a:srgbClr val="C0C0C0"/>
          </a:solidFill>
        </a:ln>
      </dgm:spPr>
      <dgm:t>
        <a:bodyPr/>
        <a:lstStyle/>
        <a:p>
          <a:r>
            <a:rPr lang="en-US" sz="1200" b="1" dirty="0">
              <a:solidFill>
                <a:schemeClr val="tx1"/>
              </a:solidFill>
            </a:rPr>
            <a:t>2004-2007 Started as Informal Channel Partner for Becker GmbH and </a:t>
          </a:r>
          <a:r>
            <a:rPr lang="en-US" sz="1200" b="1" dirty="0" err="1">
              <a:solidFill>
                <a:schemeClr val="tx1"/>
              </a:solidFill>
            </a:rPr>
            <a:t>hhs</a:t>
          </a:r>
          <a:r>
            <a:rPr lang="en-US" sz="1200" b="1" dirty="0">
              <a:solidFill>
                <a:schemeClr val="tx1"/>
              </a:solidFill>
            </a:rPr>
            <a:t> GmbH  </a:t>
          </a:r>
        </a:p>
      </dgm:t>
    </dgm:pt>
    <dgm:pt modelId="{8E9EB80F-C5BF-4E6B-BC4A-45842D69E07D}" type="parTrans" cxnId="{3EEA4386-441A-4745-9FFC-9BDBC8AD798B}">
      <dgm:prSet/>
      <dgm:spPr/>
      <dgm:t>
        <a:bodyPr/>
        <a:lstStyle/>
        <a:p>
          <a:endParaRPr lang="en-US"/>
        </a:p>
      </dgm:t>
    </dgm:pt>
    <dgm:pt modelId="{13856F1A-3F92-4575-B650-EE1ABD50E99E}" type="sibTrans" cxnId="{3EEA4386-441A-4745-9FFC-9BDBC8AD798B}">
      <dgm:prSet/>
      <dgm:spPr/>
      <dgm:t>
        <a:bodyPr/>
        <a:lstStyle/>
        <a:p>
          <a:endParaRPr lang="en-US"/>
        </a:p>
      </dgm:t>
    </dgm:pt>
    <dgm:pt modelId="{ED784104-7DB1-47B1-9413-4402CAE96FCF}">
      <dgm:prSet phldrT="[Text]" custT="1"/>
      <dgm:spPr>
        <a:solidFill>
          <a:srgbClr val="99FFCC"/>
        </a:solidFill>
      </dgm:spPr>
      <dgm:t>
        <a:bodyPr/>
        <a:lstStyle/>
        <a:p>
          <a:r>
            <a:rPr lang="en-US" sz="1200" b="1" dirty="0">
              <a:solidFill>
                <a:schemeClr val="tx1"/>
              </a:solidFill>
            </a:rPr>
            <a:t>2007 We form joint venture company with </a:t>
          </a:r>
          <a:r>
            <a:rPr lang="en-US" sz="1200" b="1" dirty="0" err="1">
              <a:solidFill>
                <a:schemeClr val="tx1"/>
              </a:solidFill>
            </a:rPr>
            <a:t>hhs</a:t>
          </a:r>
          <a:r>
            <a:rPr lang="en-US" sz="1200" b="1" dirty="0">
              <a:solidFill>
                <a:schemeClr val="tx1"/>
              </a:solidFill>
            </a:rPr>
            <a:t> </a:t>
          </a:r>
        </a:p>
      </dgm:t>
    </dgm:pt>
    <dgm:pt modelId="{8B8C4454-4B82-445E-AE4F-176BEDF700F9}" type="parTrans" cxnId="{014C2CF5-ECF6-45CD-B338-BA74D6663C63}">
      <dgm:prSet/>
      <dgm:spPr/>
      <dgm:t>
        <a:bodyPr/>
        <a:lstStyle/>
        <a:p>
          <a:endParaRPr lang="en-US"/>
        </a:p>
      </dgm:t>
    </dgm:pt>
    <dgm:pt modelId="{3E120AE5-B77B-4FE0-93E3-7C95D0F64972}" type="sibTrans" cxnId="{014C2CF5-ECF6-45CD-B338-BA74D6663C63}">
      <dgm:prSet/>
      <dgm:spPr/>
      <dgm:t>
        <a:bodyPr/>
        <a:lstStyle/>
        <a:p>
          <a:endParaRPr lang="en-US"/>
        </a:p>
      </dgm:t>
    </dgm:pt>
    <dgm:pt modelId="{588DCFF7-1B29-4B5E-9103-6E6009188633}">
      <dgm:prSet phldrT="[Text]" custT="1"/>
      <dgm:spPr>
        <a:solidFill>
          <a:srgbClr val="99FFCC"/>
        </a:solidFill>
      </dgm:spPr>
      <dgm:t>
        <a:bodyPr/>
        <a:lstStyle/>
        <a:p>
          <a:r>
            <a:rPr lang="en-US" sz="1200" b="1" dirty="0">
              <a:solidFill>
                <a:schemeClr val="tx1"/>
              </a:solidFill>
            </a:rPr>
            <a:t>2008 Baumer Group takes over the joint venture company and appoints our key staff  as the top managers </a:t>
          </a:r>
        </a:p>
      </dgm:t>
    </dgm:pt>
    <dgm:pt modelId="{2F13C950-5FF3-418B-94AC-A9DDAD585129}" type="parTrans" cxnId="{BB96BD1D-0778-47A5-9492-CD23C6A0E14D}">
      <dgm:prSet/>
      <dgm:spPr/>
      <dgm:t>
        <a:bodyPr/>
        <a:lstStyle/>
        <a:p>
          <a:endParaRPr lang="en-US"/>
        </a:p>
      </dgm:t>
    </dgm:pt>
    <dgm:pt modelId="{A1671E15-8103-4D55-B7E7-F3398A86BD92}" type="sibTrans" cxnId="{BB96BD1D-0778-47A5-9492-CD23C6A0E14D}">
      <dgm:prSet/>
      <dgm:spPr/>
      <dgm:t>
        <a:bodyPr/>
        <a:lstStyle/>
        <a:p>
          <a:endParaRPr lang="en-US"/>
        </a:p>
      </dgm:t>
    </dgm:pt>
    <dgm:pt modelId="{6A9CCCA2-7F2B-4A25-B8E0-018C4947235B}">
      <dgm:prSet custT="1"/>
      <dgm:spPr>
        <a:solidFill>
          <a:srgbClr val="99FFCC"/>
        </a:solidFill>
      </dgm:spPr>
      <dgm:t>
        <a:bodyPr/>
        <a:lstStyle/>
        <a:p>
          <a:r>
            <a:rPr lang="en-US" sz="1200" b="1" dirty="0">
              <a:solidFill>
                <a:schemeClr val="tx1"/>
              </a:solidFill>
            </a:rPr>
            <a:t>2008 Becker appoints Upbringing as exclusive distributor for the Indian subcontinent </a:t>
          </a:r>
        </a:p>
      </dgm:t>
    </dgm:pt>
    <dgm:pt modelId="{7C5082DB-0670-4150-B641-39DF5502341F}" type="parTrans" cxnId="{C463FC00-B66D-4638-BC69-65C07353E406}">
      <dgm:prSet/>
      <dgm:spPr/>
      <dgm:t>
        <a:bodyPr/>
        <a:lstStyle/>
        <a:p>
          <a:endParaRPr lang="en-US"/>
        </a:p>
      </dgm:t>
    </dgm:pt>
    <dgm:pt modelId="{BB28447C-6609-4EC3-88CA-65897A96DE05}" type="sibTrans" cxnId="{C463FC00-B66D-4638-BC69-65C07353E406}">
      <dgm:prSet/>
      <dgm:spPr/>
      <dgm:t>
        <a:bodyPr/>
        <a:lstStyle/>
        <a:p>
          <a:endParaRPr lang="en-US"/>
        </a:p>
      </dgm:t>
    </dgm:pt>
    <dgm:pt modelId="{B93F0419-A394-47D0-8F87-2B50D5C53A31}">
      <dgm:prSet custT="1"/>
      <dgm:spPr>
        <a:solidFill>
          <a:srgbClr val="99FFCC"/>
        </a:solidFill>
      </dgm:spPr>
      <dgm:t>
        <a:bodyPr/>
        <a:lstStyle/>
        <a:p>
          <a:r>
            <a:rPr lang="en-US" sz="1200" b="1" dirty="0">
              <a:solidFill>
                <a:schemeClr val="tx1"/>
              </a:solidFill>
            </a:rPr>
            <a:t>2010  Upbringing starts sale of </a:t>
          </a:r>
          <a:r>
            <a:rPr lang="en-US" sz="1200" b="1" dirty="0" err="1">
              <a:solidFill>
                <a:schemeClr val="tx1"/>
              </a:solidFill>
            </a:rPr>
            <a:t>Fipa</a:t>
          </a:r>
          <a:r>
            <a:rPr lang="en-US" sz="1200" b="1" dirty="0">
              <a:solidFill>
                <a:schemeClr val="tx1"/>
              </a:solidFill>
            </a:rPr>
            <a:t> GmbH products</a:t>
          </a:r>
          <a:r>
            <a:rPr lang="en-US" sz="1100" dirty="0">
              <a:solidFill>
                <a:schemeClr val="tx1"/>
              </a:solidFill>
            </a:rPr>
            <a:t> </a:t>
          </a:r>
        </a:p>
      </dgm:t>
    </dgm:pt>
    <dgm:pt modelId="{DFCDE924-4EC0-4598-95F8-2F1794194CC0}" type="parTrans" cxnId="{4F3129C2-3483-4576-8949-C9B471A3EF4E}">
      <dgm:prSet/>
      <dgm:spPr/>
      <dgm:t>
        <a:bodyPr/>
        <a:lstStyle/>
        <a:p>
          <a:endParaRPr lang="en-US"/>
        </a:p>
      </dgm:t>
    </dgm:pt>
    <dgm:pt modelId="{EDA215CA-9E5D-480F-B196-BD50CD5F98A4}" type="sibTrans" cxnId="{4F3129C2-3483-4576-8949-C9B471A3EF4E}">
      <dgm:prSet/>
      <dgm:spPr/>
      <dgm:t>
        <a:bodyPr/>
        <a:lstStyle/>
        <a:p>
          <a:endParaRPr lang="en-US"/>
        </a:p>
      </dgm:t>
    </dgm:pt>
    <dgm:pt modelId="{20BA766C-B306-4BDC-A4C6-451FDB978007}">
      <dgm:prSet custT="1"/>
      <dgm:spPr>
        <a:solidFill>
          <a:srgbClr val="99FFCC"/>
        </a:solidFill>
      </dgm:spPr>
      <dgm:t>
        <a:bodyPr/>
        <a:lstStyle/>
        <a:p>
          <a:r>
            <a:rPr lang="en-US" sz="1200" b="1" dirty="0">
              <a:solidFill>
                <a:schemeClr val="tx1"/>
              </a:solidFill>
            </a:rPr>
            <a:t>2021 We form a joint venture  company with Optrel AG in Switzerland by name Optrel India Private </a:t>
          </a:r>
          <a:r>
            <a:rPr lang="en-US" sz="1200" b="1" dirty="0" err="1">
              <a:solidFill>
                <a:schemeClr val="tx1"/>
              </a:solidFill>
            </a:rPr>
            <a:t>Limied</a:t>
          </a:r>
          <a:r>
            <a:rPr lang="en-US" sz="1200" b="1" dirty="0">
              <a:solidFill>
                <a:schemeClr val="tx1"/>
              </a:solidFill>
            </a:rPr>
            <a:t> with separate management team </a:t>
          </a:r>
        </a:p>
      </dgm:t>
    </dgm:pt>
    <dgm:pt modelId="{1F710570-667F-41CA-BF5F-AF1B8A4E3432}" type="parTrans" cxnId="{4D04D75B-E20B-4193-8939-70EF45039DF1}">
      <dgm:prSet/>
      <dgm:spPr/>
      <dgm:t>
        <a:bodyPr/>
        <a:lstStyle/>
        <a:p>
          <a:endParaRPr lang="en-US"/>
        </a:p>
      </dgm:t>
    </dgm:pt>
    <dgm:pt modelId="{E67F6444-4FFD-4E42-B715-BDB993FE16B3}" type="sibTrans" cxnId="{4D04D75B-E20B-4193-8939-70EF45039DF1}">
      <dgm:prSet/>
      <dgm:spPr/>
      <dgm:t>
        <a:bodyPr/>
        <a:lstStyle/>
        <a:p>
          <a:endParaRPr lang="en-US"/>
        </a:p>
      </dgm:t>
    </dgm:pt>
    <dgm:pt modelId="{34576514-3931-4BC7-B402-D2E75413D8EC}" type="pres">
      <dgm:prSet presAssocID="{FCE529FD-30BE-46BA-842B-9A35CCF70A3B}" presName="linear" presStyleCnt="0">
        <dgm:presLayoutVars>
          <dgm:dir/>
          <dgm:animLvl val="lvl"/>
          <dgm:resizeHandles val="exact"/>
        </dgm:presLayoutVars>
      </dgm:prSet>
      <dgm:spPr/>
    </dgm:pt>
    <dgm:pt modelId="{0F750AB2-BFBD-46FF-BB11-19169501B40B}" type="pres">
      <dgm:prSet presAssocID="{0A5AD551-8B98-4C02-91FD-98AC1EE30449}" presName="parentLin" presStyleCnt="0"/>
      <dgm:spPr/>
    </dgm:pt>
    <dgm:pt modelId="{379A7396-ED50-4283-A12E-FA5CA375F13D}" type="pres">
      <dgm:prSet presAssocID="{0A5AD551-8B98-4C02-91FD-98AC1EE30449}" presName="parentLeftMargin" presStyleLbl="node1" presStyleIdx="0" presStyleCnt="6"/>
      <dgm:spPr/>
    </dgm:pt>
    <dgm:pt modelId="{64867659-6774-46E0-96B1-713275D52440}" type="pres">
      <dgm:prSet presAssocID="{0A5AD551-8B98-4C02-91FD-98AC1EE30449}" presName="parentText" presStyleLbl="node1" presStyleIdx="0" presStyleCnt="6" custScaleX="100408" custScaleY="94032">
        <dgm:presLayoutVars>
          <dgm:chMax val="0"/>
          <dgm:bulletEnabled val="1"/>
        </dgm:presLayoutVars>
      </dgm:prSet>
      <dgm:spPr/>
    </dgm:pt>
    <dgm:pt modelId="{E1269265-CF6C-4497-98ED-EF1732E7BE76}" type="pres">
      <dgm:prSet presAssocID="{0A5AD551-8B98-4C02-91FD-98AC1EE30449}" presName="negativeSpace" presStyleCnt="0"/>
      <dgm:spPr/>
    </dgm:pt>
    <dgm:pt modelId="{D1397DC3-7D36-4C5B-B320-C7665E74D639}" type="pres">
      <dgm:prSet presAssocID="{0A5AD551-8B98-4C02-91FD-98AC1EE30449}" presName="childText" presStyleLbl="conFgAcc1" presStyleIdx="0" presStyleCnt="6">
        <dgm:presLayoutVars>
          <dgm:bulletEnabled val="1"/>
        </dgm:presLayoutVars>
      </dgm:prSet>
      <dgm:spPr/>
    </dgm:pt>
    <dgm:pt modelId="{F7888458-97DA-4329-B57A-0C3279B76488}" type="pres">
      <dgm:prSet presAssocID="{13856F1A-3F92-4575-B650-EE1ABD50E99E}" presName="spaceBetweenRectangles" presStyleCnt="0"/>
      <dgm:spPr/>
    </dgm:pt>
    <dgm:pt modelId="{EADB2CF9-050A-4DB4-9D33-21F1EBE9A7A1}" type="pres">
      <dgm:prSet presAssocID="{ED784104-7DB1-47B1-9413-4402CAE96FCF}" presName="parentLin" presStyleCnt="0"/>
      <dgm:spPr/>
    </dgm:pt>
    <dgm:pt modelId="{51AAD711-3227-444A-9B9F-F5B713029A36}" type="pres">
      <dgm:prSet presAssocID="{ED784104-7DB1-47B1-9413-4402CAE96FCF}" presName="parentLeftMargin" presStyleLbl="node1" presStyleIdx="0" presStyleCnt="6"/>
      <dgm:spPr/>
    </dgm:pt>
    <dgm:pt modelId="{0A2D9116-D7DB-45D2-B079-0502A0732953}" type="pres">
      <dgm:prSet presAssocID="{ED784104-7DB1-47B1-9413-4402CAE96FC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CF653D9-8EAE-4F37-BFD0-B863011A2EC2}" type="pres">
      <dgm:prSet presAssocID="{ED784104-7DB1-47B1-9413-4402CAE96FCF}" presName="negativeSpace" presStyleCnt="0"/>
      <dgm:spPr/>
    </dgm:pt>
    <dgm:pt modelId="{BE23098B-A7C8-4C7E-934A-F21BB4C832EB}" type="pres">
      <dgm:prSet presAssocID="{ED784104-7DB1-47B1-9413-4402CAE96FCF}" presName="childText" presStyleLbl="conFgAcc1" presStyleIdx="1" presStyleCnt="6">
        <dgm:presLayoutVars>
          <dgm:bulletEnabled val="1"/>
        </dgm:presLayoutVars>
      </dgm:prSet>
      <dgm:spPr/>
    </dgm:pt>
    <dgm:pt modelId="{1463BE4B-2EBB-4722-962B-B4421A93B125}" type="pres">
      <dgm:prSet presAssocID="{3E120AE5-B77B-4FE0-93E3-7C95D0F64972}" presName="spaceBetweenRectangles" presStyleCnt="0"/>
      <dgm:spPr/>
    </dgm:pt>
    <dgm:pt modelId="{C2F8CFD6-0CE9-48EA-B85B-8862A2E25AEA}" type="pres">
      <dgm:prSet presAssocID="{588DCFF7-1B29-4B5E-9103-6E6009188633}" presName="parentLin" presStyleCnt="0"/>
      <dgm:spPr/>
    </dgm:pt>
    <dgm:pt modelId="{E4779E4D-1440-45D9-9AFC-CDC9F9BC5601}" type="pres">
      <dgm:prSet presAssocID="{588DCFF7-1B29-4B5E-9103-6E6009188633}" presName="parentLeftMargin" presStyleLbl="node1" presStyleIdx="1" presStyleCnt="6"/>
      <dgm:spPr/>
    </dgm:pt>
    <dgm:pt modelId="{F7BCE2F2-5046-4D8D-90AB-8CBF789597E4}" type="pres">
      <dgm:prSet presAssocID="{588DCFF7-1B29-4B5E-9103-6E6009188633}" presName="parentText" presStyleLbl="node1" presStyleIdx="2" presStyleCnt="6" custScaleX="102041" custScaleY="74051">
        <dgm:presLayoutVars>
          <dgm:chMax val="0"/>
          <dgm:bulletEnabled val="1"/>
        </dgm:presLayoutVars>
      </dgm:prSet>
      <dgm:spPr/>
    </dgm:pt>
    <dgm:pt modelId="{3A3DDD80-CFC3-4A10-A660-C829E23BC8AC}" type="pres">
      <dgm:prSet presAssocID="{588DCFF7-1B29-4B5E-9103-6E6009188633}" presName="negativeSpace" presStyleCnt="0"/>
      <dgm:spPr/>
    </dgm:pt>
    <dgm:pt modelId="{629A679A-15F0-45EB-8D39-97004998EE34}" type="pres">
      <dgm:prSet presAssocID="{588DCFF7-1B29-4B5E-9103-6E6009188633}" presName="childText" presStyleLbl="conFgAcc1" presStyleIdx="2" presStyleCnt="6">
        <dgm:presLayoutVars>
          <dgm:bulletEnabled val="1"/>
        </dgm:presLayoutVars>
      </dgm:prSet>
      <dgm:spPr/>
    </dgm:pt>
    <dgm:pt modelId="{31455B0E-CFC6-44A3-9B71-8A5E380EB432}" type="pres">
      <dgm:prSet presAssocID="{A1671E15-8103-4D55-B7E7-F3398A86BD92}" presName="spaceBetweenRectangles" presStyleCnt="0"/>
      <dgm:spPr/>
    </dgm:pt>
    <dgm:pt modelId="{905E3074-D398-4310-8095-65C9EEA904ED}" type="pres">
      <dgm:prSet presAssocID="{6A9CCCA2-7F2B-4A25-B8E0-018C4947235B}" presName="parentLin" presStyleCnt="0"/>
      <dgm:spPr/>
    </dgm:pt>
    <dgm:pt modelId="{53D507EE-0820-40DF-9CFE-47BB124F232C}" type="pres">
      <dgm:prSet presAssocID="{6A9CCCA2-7F2B-4A25-B8E0-018C4947235B}" presName="parentLeftMargin" presStyleLbl="node1" presStyleIdx="2" presStyleCnt="6"/>
      <dgm:spPr/>
    </dgm:pt>
    <dgm:pt modelId="{4252E57B-2D5D-448D-AFF1-BB46DB6DEC36}" type="pres">
      <dgm:prSet presAssocID="{6A9CCCA2-7F2B-4A25-B8E0-018C4947235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1C8F044-0682-48FE-9360-C0C32AD5BD41}" type="pres">
      <dgm:prSet presAssocID="{6A9CCCA2-7F2B-4A25-B8E0-018C4947235B}" presName="negativeSpace" presStyleCnt="0"/>
      <dgm:spPr/>
    </dgm:pt>
    <dgm:pt modelId="{DAF19928-CEDE-4325-AF43-602282656F02}" type="pres">
      <dgm:prSet presAssocID="{6A9CCCA2-7F2B-4A25-B8E0-018C4947235B}" presName="childText" presStyleLbl="conFgAcc1" presStyleIdx="3" presStyleCnt="6">
        <dgm:presLayoutVars>
          <dgm:bulletEnabled val="1"/>
        </dgm:presLayoutVars>
      </dgm:prSet>
      <dgm:spPr/>
    </dgm:pt>
    <dgm:pt modelId="{B23E5973-250C-4C7C-8FEB-0C2FE6E5C72B}" type="pres">
      <dgm:prSet presAssocID="{BB28447C-6609-4EC3-88CA-65897A96DE05}" presName="spaceBetweenRectangles" presStyleCnt="0"/>
      <dgm:spPr/>
    </dgm:pt>
    <dgm:pt modelId="{DD29A5E6-0EAD-49BD-BB00-4ADCD4FB0862}" type="pres">
      <dgm:prSet presAssocID="{B93F0419-A394-47D0-8F87-2B50D5C53A31}" presName="parentLin" presStyleCnt="0"/>
      <dgm:spPr/>
    </dgm:pt>
    <dgm:pt modelId="{F95707ED-EA70-4D1C-87BA-1AA8175D0152}" type="pres">
      <dgm:prSet presAssocID="{B93F0419-A394-47D0-8F87-2B50D5C53A31}" presName="parentLeftMargin" presStyleLbl="node1" presStyleIdx="3" presStyleCnt="6"/>
      <dgm:spPr/>
    </dgm:pt>
    <dgm:pt modelId="{E2C31B92-058C-4579-9E14-B72DE8E450B6}" type="pres">
      <dgm:prSet presAssocID="{B93F0419-A394-47D0-8F87-2B50D5C53A3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7CE80E7-9691-4D9D-A5A6-5373573294A8}" type="pres">
      <dgm:prSet presAssocID="{B93F0419-A394-47D0-8F87-2B50D5C53A31}" presName="negativeSpace" presStyleCnt="0"/>
      <dgm:spPr/>
    </dgm:pt>
    <dgm:pt modelId="{75FBD6A7-88C2-4F95-AF0D-BD07B95681F5}" type="pres">
      <dgm:prSet presAssocID="{B93F0419-A394-47D0-8F87-2B50D5C53A31}" presName="childText" presStyleLbl="conFgAcc1" presStyleIdx="4" presStyleCnt="6">
        <dgm:presLayoutVars>
          <dgm:bulletEnabled val="1"/>
        </dgm:presLayoutVars>
      </dgm:prSet>
      <dgm:spPr/>
    </dgm:pt>
    <dgm:pt modelId="{B8AF790A-786F-437E-A2C7-BC179D7ECD90}" type="pres">
      <dgm:prSet presAssocID="{EDA215CA-9E5D-480F-B196-BD50CD5F98A4}" presName="spaceBetweenRectangles" presStyleCnt="0"/>
      <dgm:spPr/>
    </dgm:pt>
    <dgm:pt modelId="{4FE405A7-565A-4A2C-8509-2BD362EB483D}" type="pres">
      <dgm:prSet presAssocID="{20BA766C-B306-4BDC-A4C6-451FDB978007}" presName="parentLin" presStyleCnt="0"/>
      <dgm:spPr/>
    </dgm:pt>
    <dgm:pt modelId="{60C417A3-9F2E-44D6-B8FC-562FB5CB15EE}" type="pres">
      <dgm:prSet presAssocID="{20BA766C-B306-4BDC-A4C6-451FDB978007}" presName="parentLeftMargin" presStyleLbl="node1" presStyleIdx="4" presStyleCnt="6"/>
      <dgm:spPr/>
    </dgm:pt>
    <dgm:pt modelId="{6DFF8C92-C163-4413-AFE9-E8EA3F2477FC}" type="pres">
      <dgm:prSet presAssocID="{20BA766C-B306-4BDC-A4C6-451FDB978007}" presName="parentText" presStyleLbl="node1" presStyleIdx="5" presStyleCnt="6" custLinFactNeighborX="2262" custLinFactNeighborY="1423">
        <dgm:presLayoutVars>
          <dgm:chMax val="0"/>
          <dgm:bulletEnabled val="1"/>
        </dgm:presLayoutVars>
      </dgm:prSet>
      <dgm:spPr/>
    </dgm:pt>
    <dgm:pt modelId="{9ACDC9D2-1EEF-4BDD-BAFC-E2AE00106F7C}" type="pres">
      <dgm:prSet presAssocID="{20BA766C-B306-4BDC-A4C6-451FDB978007}" presName="negativeSpace" presStyleCnt="0"/>
      <dgm:spPr/>
    </dgm:pt>
    <dgm:pt modelId="{0167A439-4828-48BE-820E-F70303E69F4F}" type="pres">
      <dgm:prSet presAssocID="{20BA766C-B306-4BDC-A4C6-451FDB978007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C463FC00-B66D-4638-BC69-65C07353E406}" srcId="{FCE529FD-30BE-46BA-842B-9A35CCF70A3B}" destId="{6A9CCCA2-7F2B-4A25-B8E0-018C4947235B}" srcOrd="3" destOrd="0" parTransId="{7C5082DB-0670-4150-B641-39DF5502341F}" sibTransId="{BB28447C-6609-4EC3-88CA-65897A96DE05}"/>
    <dgm:cxn modelId="{89D04905-EAC7-467F-B441-B59E30773D13}" type="presOf" srcId="{6A9CCCA2-7F2B-4A25-B8E0-018C4947235B}" destId="{4252E57B-2D5D-448D-AFF1-BB46DB6DEC36}" srcOrd="1" destOrd="0" presId="urn:microsoft.com/office/officeart/2005/8/layout/list1"/>
    <dgm:cxn modelId="{BB96BD1D-0778-47A5-9492-CD23C6A0E14D}" srcId="{FCE529FD-30BE-46BA-842B-9A35CCF70A3B}" destId="{588DCFF7-1B29-4B5E-9103-6E6009188633}" srcOrd="2" destOrd="0" parTransId="{2F13C950-5FF3-418B-94AC-A9DDAD585129}" sibTransId="{A1671E15-8103-4D55-B7E7-F3398A86BD92}"/>
    <dgm:cxn modelId="{18A5DF1D-C6C1-4362-A4CE-5F6C0B63421E}" type="presOf" srcId="{ED784104-7DB1-47B1-9413-4402CAE96FCF}" destId="{0A2D9116-D7DB-45D2-B079-0502A0732953}" srcOrd="1" destOrd="0" presId="urn:microsoft.com/office/officeart/2005/8/layout/list1"/>
    <dgm:cxn modelId="{52282323-CE9F-42F2-8525-FC9AC3FB6084}" type="presOf" srcId="{20BA766C-B306-4BDC-A4C6-451FDB978007}" destId="{60C417A3-9F2E-44D6-B8FC-562FB5CB15EE}" srcOrd="0" destOrd="0" presId="urn:microsoft.com/office/officeart/2005/8/layout/list1"/>
    <dgm:cxn modelId="{E0288226-06C6-4650-8B96-E5954A616029}" type="presOf" srcId="{B93F0419-A394-47D0-8F87-2B50D5C53A31}" destId="{E2C31B92-058C-4579-9E14-B72DE8E450B6}" srcOrd="1" destOrd="0" presId="urn:microsoft.com/office/officeart/2005/8/layout/list1"/>
    <dgm:cxn modelId="{78295C39-3023-4365-9CB1-4CE44DFCAF9F}" type="presOf" srcId="{B93F0419-A394-47D0-8F87-2B50D5C53A31}" destId="{F95707ED-EA70-4D1C-87BA-1AA8175D0152}" srcOrd="0" destOrd="0" presId="urn:microsoft.com/office/officeart/2005/8/layout/list1"/>
    <dgm:cxn modelId="{4D04D75B-E20B-4193-8939-70EF45039DF1}" srcId="{FCE529FD-30BE-46BA-842B-9A35CCF70A3B}" destId="{20BA766C-B306-4BDC-A4C6-451FDB978007}" srcOrd="5" destOrd="0" parTransId="{1F710570-667F-41CA-BF5F-AF1B8A4E3432}" sibTransId="{E67F6444-4FFD-4E42-B715-BDB993FE16B3}"/>
    <dgm:cxn modelId="{A9388A5A-0C40-4B11-AF78-A420A3FDE0FD}" type="presOf" srcId="{588DCFF7-1B29-4B5E-9103-6E6009188633}" destId="{E4779E4D-1440-45D9-9AFC-CDC9F9BC5601}" srcOrd="0" destOrd="0" presId="urn:microsoft.com/office/officeart/2005/8/layout/list1"/>
    <dgm:cxn modelId="{8604CB7C-6B26-49CB-8A90-044B27C5AC1B}" type="presOf" srcId="{FCE529FD-30BE-46BA-842B-9A35CCF70A3B}" destId="{34576514-3931-4BC7-B402-D2E75413D8EC}" srcOrd="0" destOrd="0" presId="urn:microsoft.com/office/officeart/2005/8/layout/list1"/>
    <dgm:cxn modelId="{8B556E82-200C-458C-BC53-779C948507AF}" type="presOf" srcId="{588DCFF7-1B29-4B5E-9103-6E6009188633}" destId="{F7BCE2F2-5046-4D8D-90AB-8CBF789597E4}" srcOrd="1" destOrd="0" presId="urn:microsoft.com/office/officeart/2005/8/layout/list1"/>
    <dgm:cxn modelId="{3EEA4386-441A-4745-9FFC-9BDBC8AD798B}" srcId="{FCE529FD-30BE-46BA-842B-9A35CCF70A3B}" destId="{0A5AD551-8B98-4C02-91FD-98AC1EE30449}" srcOrd="0" destOrd="0" parTransId="{8E9EB80F-C5BF-4E6B-BC4A-45842D69E07D}" sibTransId="{13856F1A-3F92-4575-B650-EE1ABD50E99E}"/>
    <dgm:cxn modelId="{350CDA87-CA54-4761-AF3E-09913C175C16}" type="presOf" srcId="{0A5AD551-8B98-4C02-91FD-98AC1EE30449}" destId="{64867659-6774-46E0-96B1-713275D52440}" srcOrd="1" destOrd="0" presId="urn:microsoft.com/office/officeart/2005/8/layout/list1"/>
    <dgm:cxn modelId="{81100494-6823-4FB7-859E-81396E347D1D}" type="presOf" srcId="{6A9CCCA2-7F2B-4A25-B8E0-018C4947235B}" destId="{53D507EE-0820-40DF-9CFE-47BB124F232C}" srcOrd="0" destOrd="0" presId="urn:microsoft.com/office/officeart/2005/8/layout/list1"/>
    <dgm:cxn modelId="{4F3129C2-3483-4576-8949-C9B471A3EF4E}" srcId="{FCE529FD-30BE-46BA-842B-9A35CCF70A3B}" destId="{B93F0419-A394-47D0-8F87-2B50D5C53A31}" srcOrd="4" destOrd="0" parTransId="{DFCDE924-4EC0-4598-95F8-2F1794194CC0}" sibTransId="{EDA215CA-9E5D-480F-B196-BD50CD5F98A4}"/>
    <dgm:cxn modelId="{CB96C9C2-78E1-4A5B-9B57-16DA406B607B}" type="presOf" srcId="{20BA766C-B306-4BDC-A4C6-451FDB978007}" destId="{6DFF8C92-C163-4413-AFE9-E8EA3F2477FC}" srcOrd="1" destOrd="0" presId="urn:microsoft.com/office/officeart/2005/8/layout/list1"/>
    <dgm:cxn modelId="{7F939BCD-9728-4FEC-9E5E-98E770723ECD}" type="presOf" srcId="{ED784104-7DB1-47B1-9413-4402CAE96FCF}" destId="{51AAD711-3227-444A-9B9F-F5B713029A36}" srcOrd="0" destOrd="0" presId="urn:microsoft.com/office/officeart/2005/8/layout/list1"/>
    <dgm:cxn modelId="{D4A14DE6-4643-4BF8-AEC8-E3705361C636}" type="presOf" srcId="{0A5AD551-8B98-4C02-91FD-98AC1EE30449}" destId="{379A7396-ED50-4283-A12E-FA5CA375F13D}" srcOrd="0" destOrd="0" presId="urn:microsoft.com/office/officeart/2005/8/layout/list1"/>
    <dgm:cxn modelId="{014C2CF5-ECF6-45CD-B338-BA74D6663C63}" srcId="{FCE529FD-30BE-46BA-842B-9A35CCF70A3B}" destId="{ED784104-7DB1-47B1-9413-4402CAE96FCF}" srcOrd="1" destOrd="0" parTransId="{8B8C4454-4B82-445E-AE4F-176BEDF700F9}" sibTransId="{3E120AE5-B77B-4FE0-93E3-7C95D0F64972}"/>
    <dgm:cxn modelId="{36808B2D-DDCB-414B-8361-2D2DFC75F50C}" type="presParOf" srcId="{34576514-3931-4BC7-B402-D2E75413D8EC}" destId="{0F750AB2-BFBD-46FF-BB11-19169501B40B}" srcOrd="0" destOrd="0" presId="urn:microsoft.com/office/officeart/2005/8/layout/list1"/>
    <dgm:cxn modelId="{1F619CDA-7964-497A-8A1A-8A9912E6ACFA}" type="presParOf" srcId="{0F750AB2-BFBD-46FF-BB11-19169501B40B}" destId="{379A7396-ED50-4283-A12E-FA5CA375F13D}" srcOrd="0" destOrd="0" presId="urn:microsoft.com/office/officeart/2005/8/layout/list1"/>
    <dgm:cxn modelId="{4DB5706B-1CE0-4982-B992-9372E86EDFC9}" type="presParOf" srcId="{0F750AB2-BFBD-46FF-BB11-19169501B40B}" destId="{64867659-6774-46E0-96B1-713275D52440}" srcOrd="1" destOrd="0" presId="urn:microsoft.com/office/officeart/2005/8/layout/list1"/>
    <dgm:cxn modelId="{84DF2E7F-0B40-493B-AD03-DDB0FD9A7655}" type="presParOf" srcId="{34576514-3931-4BC7-B402-D2E75413D8EC}" destId="{E1269265-CF6C-4497-98ED-EF1732E7BE76}" srcOrd="1" destOrd="0" presId="urn:microsoft.com/office/officeart/2005/8/layout/list1"/>
    <dgm:cxn modelId="{BECA37ED-667C-4142-82FD-12DE5F666931}" type="presParOf" srcId="{34576514-3931-4BC7-B402-D2E75413D8EC}" destId="{D1397DC3-7D36-4C5B-B320-C7665E74D639}" srcOrd="2" destOrd="0" presId="urn:microsoft.com/office/officeart/2005/8/layout/list1"/>
    <dgm:cxn modelId="{6282DE69-28D9-4FE4-A31E-5C6BA7CBF265}" type="presParOf" srcId="{34576514-3931-4BC7-B402-D2E75413D8EC}" destId="{F7888458-97DA-4329-B57A-0C3279B76488}" srcOrd="3" destOrd="0" presId="urn:microsoft.com/office/officeart/2005/8/layout/list1"/>
    <dgm:cxn modelId="{D3CA09F8-DC37-4609-8DC0-E8B13DCECED0}" type="presParOf" srcId="{34576514-3931-4BC7-B402-D2E75413D8EC}" destId="{EADB2CF9-050A-4DB4-9D33-21F1EBE9A7A1}" srcOrd="4" destOrd="0" presId="urn:microsoft.com/office/officeart/2005/8/layout/list1"/>
    <dgm:cxn modelId="{FB462D82-CFF6-4A24-AD01-CF0D740465AE}" type="presParOf" srcId="{EADB2CF9-050A-4DB4-9D33-21F1EBE9A7A1}" destId="{51AAD711-3227-444A-9B9F-F5B713029A36}" srcOrd="0" destOrd="0" presId="urn:microsoft.com/office/officeart/2005/8/layout/list1"/>
    <dgm:cxn modelId="{E1DCAD52-F667-47A5-A687-435F8B2CDDBE}" type="presParOf" srcId="{EADB2CF9-050A-4DB4-9D33-21F1EBE9A7A1}" destId="{0A2D9116-D7DB-45D2-B079-0502A0732953}" srcOrd="1" destOrd="0" presId="urn:microsoft.com/office/officeart/2005/8/layout/list1"/>
    <dgm:cxn modelId="{5038384D-7D1F-427F-86A0-9613F7267B54}" type="presParOf" srcId="{34576514-3931-4BC7-B402-D2E75413D8EC}" destId="{ECF653D9-8EAE-4F37-BFD0-B863011A2EC2}" srcOrd="5" destOrd="0" presId="urn:microsoft.com/office/officeart/2005/8/layout/list1"/>
    <dgm:cxn modelId="{8F4C6369-9462-4214-A1A0-06BBB49E2CD9}" type="presParOf" srcId="{34576514-3931-4BC7-B402-D2E75413D8EC}" destId="{BE23098B-A7C8-4C7E-934A-F21BB4C832EB}" srcOrd="6" destOrd="0" presId="urn:microsoft.com/office/officeart/2005/8/layout/list1"/>
    <dgm:cxn modelId="{F0FFB3EF-4857-4026-9B31-C12335C3CC70}" type="presParOf" srcId="{34576514-3931-4BC7-B402-D2E75413D8EC}" destId="{1463BE4B-2EBB-4722-962B-B4421A93B125}" srcOrd="7" destOrd="0" presId="urn:microsoft.com/office/officeart/2005/8/layout/list1"/>
    <dgm:cxn modelId="{440A42E1-1AA5-48FD-8A90-AF8B4BC32D9D}" type="presParOf" srcId="{34576514-3931-4BC7-B402-D2E75413D8EC}" destId="{C2F8CFD6-0CE9-48EA-B85B-8862A2E25AEA}" srcOrd="8" destOrd="0" presId="urn:microsoft.com/office/officeart/2005/8/layout/list1"/>
    <dgm:cxn modelId="{446B36F5-70EA-4FDC-9DEF-A59AE7493AF5}" type="presParOf" srcId="{C2F8CFD6-0CE9-48EA-B85B-8862A2E25AEA}" destId="{E4779E4D-1440-45D9-9AFC-CDC9F9BC5601}" srcOrd="0" destOrd="0" presId="urn:microsoft.com/office/officeart/2005/8/layout/list1"/>
    <dgm:cxn modelId="{50AE3B69-8E46-4489-96FB-C35BF2108C36}" type="presParOf" srcId="{C2F8CFD6-0CE9-48EA-B85B-8862A2E25AEA}" destId="{F7BCE2F2-5046-4D8D-90AB-8CBF789597E4}" srcOrd="1" destOrd="0" presId="urn:microsoft.com/office/officeart/2005/8/layout/list1"/>
    <dgm:cxn modelId="{6CEC55BE-FBFE-41EB-BB40-8E530E22441A}" type="presParOf" srcId="{34576514-3931-4BC7-B402-D2E75413D8EC}" destId="{3A3DDD80-CFC3-4A10-A660-C829E23BC8AC}" srcOrd="9" destOrd="0" presId="urn:microsoft.com/office/officeart/2005/8/layout/list1"/>
    <dgm:cxn modelId="{567EE6A5-92FA-435E-8A56-3865FE6F98F6}" type="presParOf" srcId="{34576514-3931-4BC7-B402-D2E75413D8EC}" destId="{629A679A-15F0-45EB-8D39-97004998EE34}" srcOrd="10" destOrd="0" presId="urn:microsoft.com/office/officeart/2005/8/layout/list1"/>
    <dgm:cxn modelId="{9C73BEE5-C07A-46A0-AFEA-5DBE92313374}" type="presParOf" srcId="{34576514-3931-4BC7-B402-D2E75413D8EC}" destId="{31455B0E-CFC6-44A3-9B71-8A5E380EB432}" srcOrd="11" destOrd="0" presId="urn:microsoft.com/office/officeart/2005/8/layout/list1"/>
    <dgm:cxn modelId="{C6721F64-DF9C-4581-A5DD-E86ECDDD2C93}" type="presParOf" srcId="{34576514-3931-4BC7-B402-D2E75413D8EC}" destId="{905E3074-D398-4310-8095-65C9EEA904ED}" srcOrd="12" destOrd="0" presId="urn:microsoft.com/office/officeart/2005/8/layout/list1"/>
    <dgm:cxn modelId="{270DA483-A895-42F5-995D-3629C9B31026}" type="presParOf" srcId="{905E3074-D398-4310-8095-65C9EEA904ED}" destId="{53D507EE-0820-40DF-9CFE-47BB124F232C}" srcOrd="0" destOrd="0" presId="urn:microsoft.com/office/officeart/2005/8/layout/list1"/>
    <dgm:cxn modelId="{BF089D78-0E0A-458D-B08C-BAD6130C1935}" type="presParOf" srcId="{905E3074-D398-4310-8095-65C9EEA904ED}" destId="{4252E57B-2D5D-448D-AFF1-BB46DB6DEC36}" srcOrd="1" destOrd="0" presId="urn:microsoft.com/office/officeart/2005/8/layout/list1"/>
    <dgm:cxn modelId="{9704324A-F3D0-4CBE-A8F6-74DA768AF7C3}" type="presParOf" srcId="{34576514-3931-4BC7-B402-D2E75413D8EC}" destId="{71C8F044-0682-48FE-9360-C0C32AD5BD41}" srcOrd="13" destOrd="0" presId="urn:microsoft.com/office/officeart/2005/8/layout/list1"/>
    <dgm:cxn modelId="{E758F2F2-2649-4B25-BD34-C2CAE2049782}" type="presParOf" srcId="{34576514-3931-4BC7-B402-D2E75413D8EC}" destId="{DAF19928-CEDE-4325-AF43-602282656F02}" srcOrd="14" destOrd="0" presId="urn:microsoft.com/office/officeart/2005/8/layout/list1"/>
    <dgm:cxn modelId="{9D236645-A9A7-4F3A-B247-786DB3878CF0}" type="presParOf" srcId="{34576514-3931-4BC7-B402-D2E75413D8EC}" destId="{B23E5973-250C-4C7C-8FEB-0C2FE6E5C72B}" srcOrd="15" destOrd="0" presId="urn:microsoft.com/office/officeart/2005/8/layout/list1"/>
    <dgm:cxn modelId="{5955E8AE-AD2C-46F8-BC49-8FDA796198E8}" type="presParOf" srcId="{34576514-3931-4BC7-B402-D2E75413D8EC}" destId="{DD29A5E6-0EAD-49BD-BB00-4ADCD4FB0862}" srcOrd="16" destOrd="0" presId="urn:microsoft.com/office/officeart/2005/8/layout/list1"/>
    <dgm:cxn modelId="{810974F3-254C-45E8-ADA9-43DDD5EFA54D}" type="presParOf" srcId="{DD29A5E6-0EAD-49BD-BB00-4ADCD4FB0862}" destId="{F95707ED-EA70-4D1C-87BA-1AA8175D0152}" srcOrd="0" destOrd="0" presId="urn:microsoft.com/office/officeart/2005/8/layout/list1"/>
    <dgm:cxn modelId="{23A8664E-D15A-43A8-B87A-99D9D12C5713}" type="presParOf" srcId="{DD29A5E6-0EAD-49BD-BB00-4ADCD4FB0862}" destId="{E2C31B92-058C-4579-9E14-B72DE8E450B6}" srcOrd="1" destOrd="0" presId="urn:microsoft.com/office/officeart/2005/8/layout/list1"/>
    <dgm:cxn modelId="{AAADE8B3-A01A-4C99-A291-D299EB65F630}" type="presParOf" srcId="{34576514-3931-4BC7-B402-D2E75413D8EC}" destId="{47CE80E7-9691-4D9D-A5A6-5373573294A8}" srcOrd="17" destOrd="0" presId="urn:microsoft.com/office/officeart/2005/8/layout/list1"/>
    <dgm:cxn modelId="{3DAEBBCE-0443-42BE-91FD-DD2870954B65}" type="presParOf" srcId="{34576514-3931-4BC7-B402-D2E75413D8EC}" destId="{75FBD6A7-88C2-4F95-AF0D-BD07B95681F5}" srcOrd="18" destOrd="0" presId="urn:microsoft.com/office/officeart/2005/8/layout/list1"/>
    <dgm:cxn modelId="{8086A0D5-A9FB-4564-8059-A0BDDC0DDFED}" type="presParOf" srcId="{34576514-3931-4BC7-B402-D2E75413D8EC}" destId="{B8AF790A-786F-437E-A2C7-BC179D7ECD90}" srcOrd="19" destOrd="0" presId="urn:microsoft.com/office/officeart/2005/8/layout/list1"/>
    <dgm:cxn modelId="{F195DF9E-45A8-483A-A83F-4CC57AC327A0}" type="presParOf" srcId="{34576514-3931-4BC7-B402-D2E75413D8EC}" destId="{4FE405A7-565A-4A2C-8509-2BD362EB483D}" srcOrd="20" destOrd="0" presId="urn:microsoft.com/office/officeart/2005/8/layout/list1"/>
    <dgm:cxn modelId="{9F28843F-7EF6-4DCC-818D-EF4323AC0C47}" type="presParOf" srcId="{4FE405A7-565A-4A2C-8509-2BD362EB483D}" destId="{60C417A3-9F2E-44D6-B8FC-562FB5CB15EE}" srcOrd="0" destOrd="0" presId="urn:microsoft.com/office/officeart/2005/8/layout/list1"/>
    <dgm:cxn modelId="{DADBAE28-40C3-4760-B5B6-EC2D14563550}" type="presParOf" srcId="{4FE405A7-565A-4A2C-8509-2BD362EB483D}" destId="{6DFF8C92-C163-4413-AFE9-E8EA3F2477FC}" srcOrd="1" destOrd="0" presId="urn:microsoft.com/office/officeart/2005/8/layout/list1"/>
    <dgm:cxn modelId="{649F99DA-2CBD-4FDA-9D11-C0AAC03AAB90}" type="presParOf" srcId="{34576514-3931-4BC7-B402-D2E75413D8EC}" destId="{9ACDC9D2-1EEF-4BDD-BAFC-E2AE00106F7C}" srcOrd="21" destOrd="0" presId="urn:microsoft.com/office/officeart/2005/8/layout/list1"/>
    <dgm:cxn modelId="{F60DEE46-0A24-440B-9C66-24D2223E23CE}" type="presParOf" srcId="{34576514-3931-4BC7-B402-D2E75413D8EC}" destId="{0167A439-4828-48BE-820E-F70303E69F4F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6B3ED0-2EE2-4C21-887D-0DE5081F3EF5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</dgm:pt>
    <dgm:pt modelId="{18269E40-324C-4F17-8F04-95D7A18DF940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US" b="1" dirty="0">
              <a:solidFill>
                <a:srgbClr val="FF0000"/>
              </a:solidFill>
            </a:rPr>
            <a:t>Leadership</a:t>
          </a:r>
        </a:p>
      </dgm:t>
    </dgm:pt>
    <dgm:pt modelId="{EBA708C0-22A7-4F40-8305-588C79C91B72}" type="parTrans" cxnId="{F7FF5EE2-B50E-491C-8869-D7D7DA3E308E}">
      <dgm:prSet/>
      <dgm:spPr/>
      <dgm:t>
        <a:bodyPr/>
        <a:lstStyle/>
        <a:p>
          <a:endParaRPr lang="en-US"/>
        </a:p>
      </dgm:t>
    </dgm:pt>
    <dgm:pt modelId="{290FE10C-5436-444F-B314-D18C86D098BC}" type="sibTrans" cxnId="{F7FF5EE2-B50E-491C-8869-D7D7DA3E308E}">
      <dgm:prSet/>
      <dgm:spPr/>
      <dgm:t>
        <a:bodyPr/>
        <a:lstStyle/>
        <a:p>
          <a:endParaRPr lang="en-US"/>
        </a:p>
      </dgm:t>
    </dgm:pt>
    <dgm:pt modelId="{44446A74-59A8-46C8-A59C-8445FAF2D32A}">
      <dgm:prSet phldrT="[Text]"/>
      <dgm:spPr/>
      <dgm:t>
        <a:bodyPr/>
        <a:lstStyle/>
        <a:p>
          <a:r>
            <a:rPr lang="en-US" b="1" dirty="0" err="1">
              <a:solidFill>
                <a:srgbClr val="00B050"/>
              </a:solidFill>
            </a:rPr>
            <a:t>Entreprenuership</a:t>
          </a:r>
          <a:r>
            <a:rPr lang="en-US" dirty="0"/>
            <a:t> </a:t>
          </a:r>
        </a:p>
      </dgm:t>
    </dgm:pt>
    <dgm:pt modelId="{D00FCA10-AA42-48EC-9F84-4E471A022561}" type="parTrans" cxnId="{CB4FD840-FE83-4BED-B4FB-5EDB220AB980}">
      <dgm:prSet/>
      <dgm:spPr/>
      <dgm:t>
        <a:bodyPr/>
        <a:lstStyle/>
        <a:p>
          <a:endParaRPr lang="en-US"/>
        </a:p>
      </dgm:t>
    </dgm:pt>
    <dgm:pt modelId="{82FD16E6-DF87-4492-9FDC-80EE1E8041B0}" type="sibTrans" cxnId="{CB4FD840-FE83-4BED-B4FB-5EDB220AB980}">
      <dgm:prSet/>
      <dgm:spPr/>
      <dgm:t>
        <a:bodyPr/>
        <a:lstStyle/>
        <a:p>
          <a:endParaRPr lang="en-US"/>
        </a:p>
      </dgm:t>
    </dgm:pt>
    <dgm:pt modelId="{85065A4E-5175-434F-B133-132F8675C309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US" b="1" dirty="0">
              <a:solidFill>
                <a:srgbClr val="00B0F0"/>
              </a:solidFill>
            </a:rPr>
            <a:t>Market Brand Build up </a:t>
          </a:r>
        </a:p>
      </dgm:t>
    </dgm:pt>
    <dgm:pt modelId="{3754A74F-0B25-4A43-B9A6-45FBE6818C44}" type="parTrans" cxnId="{F804768A-AE7F-4AB9-A790-B02F40A40576}">
      <dgm:prSet/>
      <dgm:spPr/>
      <dgm:t>
        <a:bodyPr/>
        <a:lstStyle/>
        <a:p>
          <a:endParaRPr lang="en-US"/>
        </a:p>
      </dgm:t>
    </dgm:pt>
    <dgm:pt modelId="{61590972-FD28-4421-A99C-96073118F292}" type="sibTrans" cxnId="{F804768A-AE7F-4AB9-A790-B02F40A40576}">
      <dgm:prSet/>
      <dgm:spPr/>
      <dgm:t>
        <a:bodyPr/>
        <a:lstStyle/>
        <a:p>
          <a:endParaRPr lang="en-US"/>
        </a:p>
      </dgm:t>
    </dgm:pt>
    <dgm:pt modelId="{9FF0984B-D6DA-42C9-A29E-89725E0CEFBF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rgbClr val="000099"/>
              </a:solidFill>
            </a:rPr>
            <a:t>Introduction of Premium European products </a:t>
          </a:r>
        </a:p>
      </dgm:t>
    </dgm:pt>
    <dgm:pt modelId="{ACC63DEB-6A79-4C68-AC5E-DF8C131C14CF}" type="parTrans" cxnId="{FDF35BF0-BB4B-4F42-9445-FE22CA378F9F}">
      <dgm:prSet/>
      <dgm:spPr/>
      <dgm:t>
        <a:bodyPr/>
        <a:lstStyle/>
        <a:p>
          <a:endParaRPr lang="en-US"/>
        </a:p>
      </dgm:t>
    </dgm:pt>
    <dgm:pt modelId="{895EB76A-6C6E-4D39-B9B4-0E3586DF8604}" type="sibTrans" cxnId="{FDF35BF0-BB4B-4F42-9445-FE22CA378F9F}">
      <dgm:prSet/>
      <dgm:spPr/>
      <dgm:t>
        <a:bodyPr/>
        <a:lstStyle/>
        <a:p>
          <a:endParaRPr lang="en-US"/>
        </a:p>
      </dgm:t>
    </dgm:pt>
    <dgm:pt modelId="{9DC0C53B-CC30-45FE-A209-54A56B285251}" type="pres">
      <dgm:prSet presAssocID="{0D6B3ED0-2EE2-4C21-887D-0DE5081F3EF5}" presName="Name0" presStyleCnt="0">
        <dgm:presLayoutVars>
          <dgm:dir/>
          <dgm:resizeHandles val="exact"/>
        </dgm:presLayoutVars>
      </dgm:prSet>
      <dgm:spPr/>
    </dgm:pt>
    <dgm:pt modelId="{2EB91EC7-2706-4114-84CA-08BC6FA23464}" type="pres">
      <dgm:prSet presAssocID="{0D6B3ED0-2EE2-4C21-887D-0DE5081F3EF5}" presName="fgShape" presStyleLbl="fgShp" presStyleIdx="0" presStyleCnt="1"/>
      <dgm:spPr/>
    </dgm:pt>
    <dgm:pt modelId="{B0D41F1D-5EFF-4649-93C2-CCB75D9976F1}" type="pres">
      <dgm:prSet presAssocID="{0D6B3ED0-2EE2-4C21-887D-0DE5081F3EF5}" presName="linComp" presStyleCnt="0"/>
      <dgm:spPr/>
    </dgm:pt>
    <dgm:pt modelId="{12A82D62-F4A6-471F-B750-70B994D77290}" type="pres">
      <dgm:prSet presAssocID="{18269E40-324C-4F17-8F04-95D7A18DF940}" presName="compNode" presStyleCnt="0"/>
      <dgm:spPr/>
    </dgm:pt>
    <dgm:pt modelId="{300C435B-D132-48CA-A665-31F2C558C99E}" type="pres">
      <dgm:prSet presAssocID="{18269E40-324C-4F17-8F04-95D7A18DF940}" presName="bkgdShape" presStyleLbl="node1" presStyleIdx="0" presStyleCnt="4"/>
      <dgm:spPr/>
    </dgm:pt>
    <dgm:pt modelId="{5B9E4E82-092E-47C8-B492-F2600621605F}" type="pres">
      <dgm:prSet presAssocID="{18269E40-324C-4F17-8F04-95D7A18DF940}" presName="nodeTx" presStyleLbl="node1" presStyleIdx="0" presStyleCnt="4">
        <dgm:presLayoutVars>
          <dgm:bulletEnabled val="1"/>
        </dgm:presLayoutVars>
      </dgm:prSet>
      <dgm:spPr/>
    </dgm:pt>
    <dgm:pt modelId="{A860EB63-C901-4226-82B6-D7E8229446E5}" type="pres">
      <dgm:prSet presAssocID="{18269E40-324C-4F17-8F04-95D7A18DF940}" presName="invisiNode" presStyleLbl="node1" presStyleIdx="0" presStyleCnt="4"/>
      <dgm:spPr/>
    </dgm:pt>
    <dgm:pt modelId="{5CE4C4B8-7C08-4B66-8863-678E78D19F6E}" type="pres">
      <dgm:prSet presAssocID="{18269E40-324C-4F17-8F04-95D7A18DF940}" presName="imagNode" presStyleLbl="fgImgPlace1" presStyleIdx="0" presStyleCnt="4" custLinFactNeighborX="-674" custLinFactNeighborY="471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5000" r="-55000"/>
          </a:stretch>
        </a:blipFill>
      </dgm:spPr>
    </dgm:pt>
    <dgm:pt modelId="{2C2F9050-DB36-48E1-8B17-DFC9A1B9A840}" type="pres">
      <dgm:prSet presAssocID="{290FE10C-5436-444F-B314-D18C86D098BC}" presName="sibTrans" presStyleLbl="sibTrans2D1" presStyleIdx="0" presStyleCnt="0"/>
      <dgm:spPr/>
    </dgm:pt>
    <dgm:pt modelId="{B44D29FD-F367-47D3-A32A-C37867F3BDF1}" type="pres">
      <dgm:prSet presAssocID="{44446A74-59A8-46C8-A59C-8445FAF2D32A}" presName="compNode" presStyleCnt="0"/>
      <dgm:spPr/>
    </dgm:pt>
    <dgm:pt modelId="{EB025E47-E43B-4049-9EF3-759CCC7F8393}" type="pres">
      <dgm:prSet presAssocID="{44446A74-59A8-46C8-A59C-8445FAF2D32A}" presName="bkgdShape" presStyleLbl="node1" presStyleIdx="1" presStyleCnt="4"/>
      <dgm:spPr/>
    </dgm:pt>
    <dgm:pt modelId="{9874D616-BCDA-46E8-8564-AE6B58227D1F}" type="pres">
      <dgm:prSet presAssocID="{44446A74-59A8-46C8-A59C-8445FAF2D32A}" presName="nodeTx" presStyleLbl="node1" presStyleIdx="1" presStyleCnt="4">
        <dgm:presLayoutVars>
          <dgm:bulletEnabled val="1"/>
        </dgm:presLayoutVars>
      </dgm:prSet>
      <dgm:spPr/>
    </dgm:pt>
    <dgm:pt modelId="{B22E190E-FE50-48F7-B9BD-2B88E5EC5AC5}" type="pres">
      <dgm:prSet presAssocID="{44446A74-59A8-46C8-A59C-8445FAF2D32A}" presName="invisiNode" presStyleLbl="node1" presStyleIdx="1" presStyleCnt="4"/>
      <dgm:spPr/>
    </dgm:pt>
    <dgm:pt modelId="{4E301DC9-FB03-4081-A215-51D532BE8775}" type="pres">
      <dgm:prSet presAssocID="{44446A74-59A8-46C8-A59C-8445FAF2D32A}" presName="imagNode" presStyleLbl="fgImgPlace1" presStyleIdx="1" presStyleCnt="4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22B4BB88-09D1-4D40-B1FC-0901918DA0F2}" type="pres">
      <dgm:prSet presAssocID="{82FD16E6-DF87-4492-9FDC-80EE1E8041B0}" presName="sibTrans" presStyleLbl="sibTrans2D1" presStyleIdx="0" presStyleCnt="0"/>
      <dgm:spPr/>
    </dgm:pt>
    <dgm:pt modelId="{D0644F40-C32B-40B4-A36E-4CE8425491C5}" type="pres">
      <dgm:prSet presAssocID="{85065A4E-5175-434F-B133-132F8675C309}" presName="compNode" presStyleCnt="0"/>
      <dgm:spPr/>
    </dgm:pt>
    <dgm:pt modelId="{630B58EB-5699-439E-AB38-7F730C9EE618}" type="pres">
      <dgm:prSet presAssocID="{85065A4E-5175-434F-B133-132F8675C309}" presName="bkgdShape" presStyleLbl="node1" presStyleIdx="2" presStyleCnt="4"/>
      <dgm:spPr/>
    </dgm:pt>
    <dgm:pt modelId="{629EEA82-876C-4DDD-BCC3-DA54B7088917}" type="pres">
      <dgm:prSet presAssocID="{85065A4E-5175-434F-B133-132F8675C309}" presName="nodeTx" presStyleLbl="node1" presStyleIdx="2" presStyleCnt="4">
        <dgm:presLayoutVars>
          <dgm:bulletEnabled val="1"/>
        </dgm:presLayoutVars>
      </dgm:prSet>
      <dgm:spPr/>
    </dgm:pt>
    <dgm:pt modelId="{4D87CDFB-E312-4C0A-A265-B2D6D42AC22B}" type="pres">
      <dgm:prSet presAssocID="{85065A4E-5175-434F-B133-132F8675C309}" presName="invisiNode" presStyleLbl="node1" presStyleIdx="2" presStyleCnt="4"/>
      <dgm:spPr/>
    </dgm:pt>
    <dgm:pt modelId="{CB764050-6C69-47FD-B87F-F8748CB9B81B}" type="pres">
      <dgm:prSet presAssocID="{85065A4E-5175-434F-B133-132F8675C309}" presName="imagNode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2000" r="-22000"/>
          </a:stretch>
        </a:blipFill>
      </dgm:spPr>
    </dgm:pt>
    <dgm:pt modelId="{0E06A62F-B772-47AE-94E0-7730A9F1257C}" type="pres">
      <dgm:prSet presAssocID="{61590972-FD28-4421-A99C-96073118F292}" presName="sibTrans" presStyleLbl="sibTrans2D1" presStyleIdx="0" presStyleCnt="0"/>
      <dgm:spPr/>
    </dgm:pt>
    <dgm:pt modelId="{29BFD2B8-4C36-4516-9811-255D09659DBF}" type="pres">
      <dgm:prSet presAssocID="{9FF0984B-D6DA-42C9-A29E-89725E0CEFBF}" presName="compNode" presStyleCnt="0"/>
      <dgm:spPr/>
    </dgm:pt>
    <dgm:pt modelId="{8F3A32AA-D5ED-4A5D-B473-7DED98C1FC1E}" type="pres">
      <dgm:prSet presAssocID="{9FF0984B-D6DA-42C9-A29E-89725E0CEFBF}" presName="bkgdShape" presStyleLbl="node1" presStyleIdx="3" presStyleCnt="4"/>
      <dgm:spPr/>
    </dgm:pt>
    <dgm:pt modelId="{F30D8A7E-3FAF-4766-8EDA-1D586EA4A7B1}" type="pres">
      <dgm:prSet presAssocID="{9FF0984B-D6DA-42C9-A29E-89725E0CEFBF}" presName="nodeTx" presStyleLbl="node1" presStyleIdx="3" presStyleCnt="4">
        <dgm:presLayoutVars>
          <dgm:bulletEnabled val="1"/>
        </dgm:presLayoutVars>
      </dgm:prSet>
      <dgm:spPr/>
    </dgm:pt>
    <dgm:pt modelId="{3B47932D-BDC5-4B56-8F97-EBA972D01343}" type="pres">
      <dgm:prSet presAssocID="{9FF0984B-D6DA-42C9-A29E-89725E0CEFBF}" presName="invisiNode" presStyleLbl="node1" presStyleIdx="3" presStyleCnt="4"/>
      <dgm:spPr/>
    </dgm:pt>
    <dgm:pt modelId="{9F2B9CCE-10D2-46F7-B93A-E43B74F22F65}" type="pres">
      <dgm:prSet presAssocID="{9FF0984B-D6DA-42C9-A29E-89725E0CEFBF}" presName="imagNode" presStyleLbl="fgImgPlace1" presStyleIdx="3" presStyleCnt="4" custAng="0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</dgm:spPr>
    </dgm:pt>
  </dgm:ptLst>
  <dgm:cxnLst>
    <dgm:cxn modelId="{CB256605-3D69-4C87-B3A7-07A0B6EA5E80}" type="presOf" srcId="{85065A4E-5175-434F-B133-132F8675C309}" destId="{630B58EB-5699-439E-AB38-7F730C9EE618}" srcOrd="0" destOrd="0" presId="urn:microsoft.com/office/officeart/2005/8/layout/hList7"/>
    <dgm:cxn modelId="{F53B171C-E133-4C7A-9DC2-27B8333FC73F}" type="presOf" srcId="{290FE10C-5436-444F-B314-D18C86D098BC}" destId="{2C2F9050-DB36-48E1-8B17-DFC9A1B9A840}" srcOrd="0" destOrd="0" presId="urn:microsoft.com/office/officeart/2005/8/layout/hList7"/>
    <dgm:cxn modelId="{CB4FD840-FE83-4BED-B4FB-5EDB220AB980}" srcId="{0D6B3ED0-2EE2-4C21-887D-0DE5081F3EF5}" destId="{44446A74-59A8-46C8-A59C-8445FAF2D32A}" srcOrd="1" destOrd="0" parTransId="{D00FCA10-AA42-48EC-9F84-4E471A022561}" sibTransId="{82FD16E6-DF87-4492-9FDC-80EE1E8041B0}"/>
    <dgm:cxn modelId="{3D74F85F-DADC-490D-900F-6E47F22ABA5E}" type="presOf" srcId="{44446A74-59A8-46C8-A59C-8445FAF2D32A}" destId="{EB025E47-E43B-4049-9EF3-759CCC7F8393}" srcOrd="0" destOrd="0" presId="urn:microsoft.com/office/officeart/2005/8/layout/hList7"/>
    <dgm:cxn modelId="{2A09D864-7B18-463F-ADAB-D9B8488F21EC}" type="presOf" srcId="{9FF0984B-D6DA-42C9-A29E-89725E0CEFBF}" destId="{F30D8A7E-3FAF-4766-8EDA-1D586EA4A7B1}" srcOrd="1" destOrd="0" presId="urn:microsoft.com/office/officeart/2005/8/layout/hList7"/>
    <dgm:cxn modelId="{E1C59747-4C4E-42FA-BAC9-95CB5EE303AB}" type="presOf" srcId="{18269E40-324C-4F17-8F04-95D7A18DF940}" destId="{5B9E4E82-092E-47C8-B492-F2600621605F}" srcOrd="1" destOrd="0" presId="urn:microsoft.com/office/officeart/2005/8/layout/hList7"/>
    <dgm:cxn modelId="{873CFD4F-80AB-4FBF-80EA-84D1F5DDAC99}" type="presOf" srcId="{82FD16E6-DF87-4492-9FDC-80EE1E8041B0}" destId="{22B4BB88-09D1-4D40-B1FC-0901918DA0F2}" srcOrd="0" destOrd="0" presId="urn:microsoft.com/office/officeart/2005/8/layout/hList7"/>
    <dgm:cxn modelId="{79A10887-3375-4100-9DE7-E6DEED644925}" type="presOf" srcId="{85065A4E-5175-434F-B133-132F8675C309}" destId="{629EEA82-876C-4DDD-BCC3-DA54B7088917}" srcOrd="1" destOrd="0" presId="urn:microsoft.com/office/officeart/2005/8/layout/hList7"/>
    <dgm:cxn modelId="{F804768A-AE7F-4AB9-A790-B02F40A40576}" srcId="{0D6B3ED0-2EE2-4C21-887D-0DE5081F3EF5}" destId="{85065A4E-5175-434F-B133-132F8675C309}" srcOrd="2" destOrd="0" parTransId="{3754A74F-0B25-4A43-B9A6-45FBE6818C44}" sibTransId="{61590972-FD28-4421-A99C-96073118F292}"/>
    <dgm:cxn modelId="{3D1C25A1-1CC1-466A-9C17-ACCCB4546AE2}" type="presOf" srcId="{44446A74-59A8-46C8-A59C-8445FAF2D32A}" destId="{9874D616-BCDA-46E8-8564-AE6B58227D1F}" srcOrd="1" destOrd="0" presId="urn:microsoft.com/office/officeart/2005/8/layout/hList7"/>
    <dgm:cxn modelId="{A6C890C8-686A-417E-812F-0CAF87091E0A}" type="presOf" srcId="{18269E40-324C-4F17-8F04-95D7A18DF940}" destId="{300C435B-D132-48CA-A665-31F2C558C99E}" srcOrd="0" destOrd="0" presId="urn:microsoft.com/office/officeart/2005/8/layout/hList7"/>
    <dgm:cxn modelId="{8C3852DF-ED59-4672-8794-DC25DD0485BE}" type="presOf" srcId="{9FF0984B-D6DA-42C9-A29E-89725E0CEFBF}" destId="{8F3A32AA-D5ED-4A5D-B473-7DED98C1FC1E}" srcOrd="0" destOrd="0" presId="urn:microsoft.com/office/officeart/2005/8/layout/hList7"/>
    <dgm:cxn modelId="{F7FF5EE2-B50E-491C-8869-D7D7DA3E308E}" srcId="{0D6B3ED0-2EE2-4C21-887D-0DE5081F3EF5}" destId="{18269E40-324C-4F17-8F04-95D7A18DF940}" srcOrd="0" destOrd="0" parTransId="{EBA708C0-22A7-4F40-8305-588C79C91B72}" sibTransId="{290FE10C-5436-444F-B314-D18C86D098BC}"/>
    <dgm:cxn modelId="{1F02DCEF-C5BF-4981-94CA-70AFD5F080AA}" type="presOf" srcId="{61590972-FD28-4421-A99C-96073118F292}" destId="{0E06A62F-B772-47AE-94E0-7730A9F1257C}" srcOrd="0" destOrd="0" presId="urn:microsoft.com/office/officeart/2005/8/layout/hList7"/>
    <dgm:cxn modelId="{FDF35BF0-BB4B-4F42-9445-FE22CA378F9F}" srcId="{0D6B3ED0-2EE2-4C21-887D-0DE5081F3EF5}" destId="{9FF0984B-D6DA-42C9-A29E-89725E0CEFBF}" srcOrd="3" destOrd="0" parTransId="{ACC63DEB-6A79-4C68-AC5E-DF8C131C14CF}" sibTransId="{895EB76A-6C6E-4D39-B9B4-0E3586DF8604}"/>
    <dgm:cxn modelId="{E17EDCF7-D67E-43A2-BCB3-523C0A70DC87}" type="presOf" srcId="{0D6B3ED0-2EE2-4C21-887D-0DE5081F3EF5}" destId="{9DC0C53B-CC30-45FE-A209-54A56B285251}" srcOrd="0" destOrd="0" presId="urn:microsoft.com/office/officeart/2005/8/layout/hList7"/>
    <dgm:cxn modelId="{A770A767-CA8E-41E7-B743-FF4C97EE7C66}" type="presParOf" srcId="{9DC0C53B-CC30-45FE-A209-54A56B285251}" destId="{2EB91EC7-2706-4114-84CA-08BC6FA23464}" srcOrd="0" destOrd="0" presId="urn:microsoft.com/office/officeart/2005/8/layout/hList7"/>
    <dgm:cxn modelId="{13FF02A0-5769-4062-BAA7-9A626F071E9A}" type="presParOf" srcId="{9DC0C53B-CC30-45FE-A209-54A56B285251}" destId="{B0D41F1D-5EFF-4649-93C2-CCB75D9976F1}" srcOrd="1" destOrd="0" presId="urn:microsoft.com/office/officeart/2005/8/layout/hList7"/>
    <dgm:cxn modelId="{39BFAED8-2468-4580-91C7-4FA40070A590}" type="presParOf" srcId="{B0D41F1D-5EFF-4649-93C2-CCB75D9976F1}" destId="{12A82D62-F4A6-471F-B750-70B994D77290}" srcOrd="0" destOrd="0" presId="urn:microsoft.com/office/officeart/2005/8/layout/hList7"/>
    <dgm:cxn modelId="{E1087761-B660-47C8-AD4D-801D3D860965}" type="presParOf" srcId="{12A82D62-F4A6-471F-B750-70B994D77290}" destId="{300C435B-D132-48CA-A665-31F2C558C99E}" srcOrd="0" destOrd="0" presId="urn:microsoft.com/office/officeart/2005/8/layout/hList7"/>
    <dgm:cxn modelId="{EE883C56-067D-47A5-907A-B5B39BC98B1D}" type="presParOf" srcId="{12A82D62-F4A6-471F-B750-70B994D77290}" destId="{5B9E4E82-092E-47C8-B492-F2600621605F}" srcOrd="1" destOrd="0" presId="urn:microsoft.com/office/officeart/2005/8/layout/hList7"/>
    <dgm:cxn modelId="{27A95DEC-CFB5-471E-A50B-0C75E61ABFA0}" type="presParOf" srcId="{12A82D62-F4A6-471F-B750-70B994D77290}" destId="{A860EB63-C901-4226-82B6-D7E8229446E5}" srcOrd="2" destOrd="0" presId="urn:microsoft.com/office/officeart/2005/8/layout/hList7"/>
    <dgm:cxn modelId="{C6AD0075-BCCF-46C9-BC65-EF524EEB0CB3}" type="presParOf" srcId="{12A82D62-F4A6-471F-B750-70B994D77290}" destId="{5CE4C4B8-7C08-4B66-8863-678E78D19F6E}" srcOrd="3" destOrd="0" presId="urn:microsoft.com/office/officeart/2005/8/layout/hList7"/>
    <dgm:cxn modelId="{D8B617DA-0DBE-4774-85F2-B4437FC76607}" type="presParOf" srcId="{B0D41F1D-5EFF-4649-93C2-CCB75D9976F1}" destId="{2C2F9050-DB36-48E1-8B17-DFC9A1B9A840}" srcOrd="1" destOrd="0" presId="urn:microsoft.com/office/officeart/2005/8/layout/hList7"/>
    <dgm:cxn modelId="{E4E7BB44-FCDA-470D-9456-B9CC5E9F0261}" type="presParOf" srcId="{B0D41F1D-5EFF-4649-93C2-CCB75D9976F1}" destId="{B44D29FD-F367-47D3-A32A-C37867F3BDF1}" srcOrd="2" destOrd="0" presId="urn:microsoft.com/office/officeart/2005/8/layout/hList7"/>
    <dgm:cxn modelId="{06C64801-1800-40E5-8A6B-11B384B692CF}" type="presParOf" srcId="{B44D29FD-F367-47D3-A32A-C37867F3BDF1}" destId="{EB025E47-E43B-4049-9EF3-759CCC7F8393}" srcOrd="0" destOrd="0" presId="urn:microsoft.com/office/officeart/2005/8/layout/hList7"/>
    <dgm:cxn modelId="{C442B660-F1E5-4022-8464-68817F600AB1}" type="presParOf" srcId="{B44D29FD-F367-47D3-A32A-C37867F3BDF1}" destId="{9874D616-BCDA-46E8-8564-AE6B58227D1F}" srcOrd="1" destOrd="0" presId="urn:microsoft.com/office/officeart/2005/8/layout/hList7"/>
    <dgm:cxn modelId="{4AAAC860-6911-4721-8038-84371FBC61B9}" type="presParOf" srcId="{B44D29FD-F367-47D3-A32A-C37867F3BDF1}" destId="{B22E190E-FE50-48F7-B9BD-2B88E5EC5AC5}" srcOrd="2" destOrd="0" presId="urn:microsoft.com/office/officeart/2005/8/layout/hList7"/>
    <dgm:cxn modelId="{1ACF96B7-3378-43D8-8D79-93FEF8B4184F}" type="presParOf" srcId="{B44D29FD-F367-47D3-A32A-C37867F3BDF1}" destId="{4E301DC9-FB03-4081-A215-51D532BE8775}" srcOrd="3" destOrd="0" presId="urn:microsoft.com/office/officeart/2005/8/layout/hList7"/>
    <dgm:cxn modelId="{0C65F845-D960-4DBD-AFF7-792D0CB72E9A}" type="presParOf" srcId="{B0D41F1D-5EFF-4649-93C2-CCB75D9976F1}" destId="{22B4BB88-09D1-4D40-B1FC-0901918DA0F2}" srcOrd="3" destOrd="0" presId="urn:microsoft.com/office/officeart/2005/8/layout/hList7"/>
    <dgm:cxn modelId="{25F04062-DBEB-4CFA-94CF-64062B122D69}" type="presParOf" srcId="{B0D41F1D-5EFF-4649-93C2-CCB75D9976F1}" destId="{D0644F40-C32B-40B4-A36E-4CE8425491C5}" srcOrd="4" destOrd="0" presId="urn:microsoft.com/office/officeart/2005/8/layout/hList7"/>
    <dgm:cxn modelId="{7D6F0B10-CC7A-427C-B475-6E814EAF9AFB}" type="presParOf" srcId="{D0644F40-C32B-40B4-A36E-4CE8425491C5}" destId="{630B58EB-5699-439E-AB38-7F730C9EE618}" srcOrd="0" destOrd="0" presId="urn:microsoft.com/office/officeart/2005/8/layout/hList7"/>
    <dgm:cxn modelId="{B225A044-3210-4970-BFBE-24711BF59D4A}" type="presParOf" srcId="{D0644F40-C32B-40B4-A36E-4CE8425491C5}" destId="{629EEA82-876C-4DDD-BCC3-DA54B7088917}" srcOrd="1" destOrd="0" presId="urn:microsoft.com/office/officeart/2005/8/layout/hList7"/>
    <dgm:cxn modelId="{3C205B0D-D793-4AE5-813E-47F7BC627384}" type="presParOf" srcId="{D0644F40-C32B-40B4-A36E-4CE8425491C5}" destId="{4D87CDFB-E312-4C0A-A265-B2D6D42AC22B}" srcOrd="2" destOrd="0" presId="urn:microsoft.com/office/officeart/2005/8/layout/hList7"/>
    <dgm:cxn modelId="{69634CAE-6692-48E9-8FFA-5E7F3CE96177}" type="presParOf" srcId="{D0644F40-C32B-40B4-A36E-4CE8425491C5}" destId="{CB764050-6C69-47FD-B87F-F8748CB9B81B}" srcOrd="3" destOrd="0" presId="urn:microsoft.com/office/officeart/2005/8/layout/hList7"/>
    <dgm:cxn modelId="{E117C817-FEA9-43E2-9836-F70E954B3801}" type="presParOf" srcId="{B0D41F1D-5EFF-4649-93C2-CCB75D9976F1}" destId="{0E06A62F-B772-47AE-94E0-7730A9F1257C}" srcOrd="5" destOrd="0" presId="urn:microsoft.com/office/officeart/2005/8/layout/hList7"/>
    <dgm:cxn modelId="{327943A2-6902-473E-9D18-939F4C1388F2}" type="presParOf" srcId="{B0D41F1D-5EFF-4649-93C2-CCB75D9976F1}" destId="{29BFD2B8-4C36-4516-9811-255D09659DBF}" srcOrd="6" destOrd="0" presId="urn:microsoft.com/office/officeart/2005/8/layout/hList7"/>
    <dgm:cxn modelId="{7504EB5D-C43B-45B4-91D0-BE88031398AD}" type="presParOf" srcId="{29BFD2B8-4C36-4516-9811-255D09659DBF}" destId="{8F3A32AA-D5ED-4A5D-B473-7DED98C1FC1E}" srcOrd="0" destOrd="0" presId="urn:microsoft.com/office/officeart/2005/8/layout/hList7"/>
    <dgm:cxn modelId="{FBE3BDAF-D0B9-480A-AEA7-120368166251}" type="presParOf" srcId="{29BFD2B8-4C36-4516-9811-255D09659DBF}" destId="{F30D8A7E-3FAF-4766-8EDA-1D586EA4A7B1}" srcOrd="1" destOrd="0" presId="urn:microsoft.com/office/officeart/2005/8/layout/hList7"/>
    <dgm:cxn modelId="{47ECB0EF-2263-44D4-A8F4-E4F2DA941E7D}" type="presParOf" srcId="{29BFD2B8-4C36-4516-9811-255D09659DBF}" destId="{3B47932D-BDC5-4B56-8F97-EBA972D01343}" srcOrd="2" destOrd="0" presId="urn:microsoft.com/office/officeart/2005/8/layout/hList7"/>
    <dgm:cxn modelId="{21BB66FE-8EE4-4920-984A-7062D54137BE}" type="presParOf" srcId="{29BFD2B8-4C36-4516-9811-255D09659DBF}" destId="{9F2B9CCE-10D2-46F7-B93A-E43B74F22F65}" srcOrd="3" destOrd="0" presId="urn:microsoft.com/office/officeart/2005/8/layout/hList7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05488F-76AF-4D95-BC2D-72183D7A388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837EA1-99CB-4C5E-A68A-15AEB3089619}">
      <dgm:prSet phldrT="[Text]"/>
      <dgm:spPr/>
      <dgm:t>
        <a:bodyPr/>
        <a:lstStyle/>
        <a:p>
          <a:pPr algn="ctr"/>
          <a:r>
            <a:rPr lang="en-US" b="1" dirty="0">
              <a:solidFill>
                <a:schemeClr val="tx1"/>
              </a:solidFill>
            </a:rPr>
            <a:t>Quick Launch and Introduction </a:t>
          </a:r>
        </a:p>
      </dgm:t>
    </dgm:pt>
    <dgm:pt modelId="{F26DFD88-9CE0-411A-AE33-EC81C22C2792}" type="parTrans" cxnId="{605BD8F7-12AB-4D34-B1A4-D6C6E8D1FAA0}">
      <dgm:prSet/>
      <dgm:spPr/>
      <dgm:t>
        <a:bodyPr/>
        <a:lstStyle/>
        <a:p>
          <a:endParaRPr lang="en-US"/>
        </a:p>
      </dgm:t>
    </dgm:pt>
    <dgm:pt modelId="{65248C01-5401-4AA3-BD7C-3E5CA5D25FFB}" type="sibTrans" cxnId="{605BD8F7-12AB-4D34-B1A4-D6C6E8D1FAA0}">
      <dgm:prSet/>
      <dgm:spPr/>
      <dgm:t>
        <a:bodyPr/>
        <a:lstStyle/>
        <a:p>
          <a:endParaRPr lang="en-US"/>
        </a:p>
      </dgm:t>
    </dgm:pt>
    <dgm:pt modelId="{2FEDC354-9594-4F05-85D2-34203859A81F}">
      <dgm:prSet phldrT="[Text]"/>
      <dgm:spPr/>
      <dgm:t>
        <a:bodyPr/>
        <a:lstStyle/>
        <a:p>
          <a:pPr algn="ctr"/>
          <a:r>
            <a:rPr lang="en-US" b="1" dirty="0">
              <a:solidFill>
                <a:schemeClr val="tx1"/>
              </a:solidFill>
            </a:rPr>
            <a:t>Experienced Team of Technical and Management Personnel having exposure to European way of Working </a:t>
          </a:r>
        </a:p>
      </dgm:t>
    </dgm:pt>
    <dgm:pt modelId="{CEBED696-92A8-4B7F-B915-65B621711C15}" type="parTrans" cxnId="{7B2363FF-0925-4B38-A448-9C1A83843AAE}">
      <dgm:prSet/>
      <dgm:spPr/>
      <dgm:t>
        <a:bodyPr/>
        <a:lstStyle/>
        <a:p>
          <a:endParaRPr lang="en-US"/>
        </a:p>
      </dgm:t>
    </dgm:pt>
    <dgm:pt modelId="{477BF7CE-3C7B-4291-970D-BBD386782BC1}" type="sibTrans" cxnId="{7B2363FF-0925-4B38-A448-9C1A83843AAE}">
      <dgm:prSet/>
      <dgm:spPr/>
      <dgm:t>
        <a:bodyPr/>
        <a:lstStyle/>
        <a:p>
          <a:endParaRPr lang="en-US"/>
        </a:p>
      </dgm:t>
    </dgm:pt>
    <dgm:pt modelId="{51912981-A048-425C-A5FF-827B5620249C}">
      <dgm:prSet phldrT="[Text]"/>
      <dgm:spPr/>
      <dgm:t>
        <a:bodyPr/>
        <a:lstStyle/>
        <a:p>
          <a:pPr algn="ctr"/>
          <a:r>
            <a:rPr lang="en-US" b="1" dirty="0">
              <a:solidFill>
                <a:schemeClr val="tx1"/>
              </a:solidFill>
            </a:rPr>
            <a:t>Promoters with deep knowledge of Indian Customer and Markets </a:t>
          </a:r>
        </a:p>
      </dgm:t>
    </dgm:pt>
    <dgm:pt modelId="{D81188C0-A98D-4A83-908E-B4AD49E29BB1}" type="parTrans" cxnId="{B6311FE2-C3B0-4239-8700-BA507FBC5F76}">
      <dgm:prSet/>
      <dgm:spPr/>
      <dgm:t>
        <a:bodyPr/>
        <a:lstStyle/>
        <a:p>
          <a:endParaRPr lang="en-US"/>
        </a:p>
      </dgm:t>
    </dgm:pt>
    <dgm:pt modelId="{33C6C93D-B61E-4035-9C96-60E0A7FD378E}" type="sibTrans" cxnId="{B6311FE2-C3B0-4239-8700-BA507FBC5F76}">
      <dgm:prSet/>
      <dgm:spPr/>
      <dgm:t>
        <a:bodyPr/>
        <a:lstStyle/>
        <a:p>
          <a:endParaRPr lang="en-US"/>
        </a:p>
      </dgm:t>
    </dgm:pt>
    <dgm:pt modelId="{8EAD9EC9-F566-495B-AB4D-9B0071AE1D8C}">
      <dgm:prSet phldrT="[Text]"/>
      <dgm:spPr/>
      <dgm:t>
        <a:bodyPr/>
        <a:lstStyle/>
        <a:p>
          <a:pPr algn="ctr"/>
          <a:r>
            <a:rPr lang="en-US" b="1" dirty="0">
              <a:solidFill>
                <a:schemeClr val="tx1"/>
              </a:solidFill>
            </a:rPr>
            <a:t>More than 3 decades of working closely with the Swiss and German Companies </a:t>
          </a:r>
        </a:p>
      </dgm:t>
    </dgm:pt>
    <dgm:pt modelId="{41C57B63-FC9F-4EC9-918D-980E7E149E01}" type="parTrans" cxnId="{A8D073DD-7569-44E3-860C-845F75F94690}">
      <dgm:prSet/>
      <dgm:spPr/>
      <dgm:t>
        <a:bodyPr/>
        <a:lstStyle/>
        <a:p>
          <a:endParaRPr lang="en-US"/>
        </a:p>
      </dgm:t>
    </dgm:pt>
    <dgm:pt modelId="{1183C27F-0D53-494B-BB90-5B479D62FA2A}" type="sibTrans" cxnId="{A8D073DD-7569-44E3-860C-845F75F94690}">
      <dgm:prSet/>
      <dgm:spPr/>
      <dgm:t>
        <a:bodyPr/>
        <a:lstStyle/>
        <a:p>
          <a:endParaRPr lang="en-US"/>
        </a:p>
      </dgm:t>
    </dgm:pt>
    <dgm:pt modelId="{1EB5BA8B-EBAB-4ADC-AABE-B2082671372F}">
      <dgm:prSet phldrT="[Text]"/>
      <dgm:spPr/>
      <dgm:t>
        <a:bodyPr/>
        <a:lstStyle/>
        <a:p>
          <a:pPr algn="ctr"/>
          <a:r>
            <a:rPr lang="en-US" b="1" dirty="0">
              <a:solidFill>
                <a:schemeClr val="tx1"/>
              </a:solidFill>
            </a:rPr>
            <a:t>Ready Sales, Technical Support and Warehousing Infrastructure </a:t>
          </a:r>
        </a:p>
      </dgm:t>
    </dgm:pt>
    <dgm:pt modelId="{206CEA0C-3F94-41EF-B223-A886E597DDF3}" type="parTrans" cxnId="{8CED82CF-6426-4338-9D00-1D79E2CF7F2A}">
      <dgm:prSet/>
      <dgm:spPr/>
      <dgm:t>
        <a:bodyPr/>
        <a:lstStyle/>
        <a:p>
          <a:endParaRPr lang="en-US"/>
        </a:p>
      </dgm:t>
    </dgm:pt>
    <dgm:pt modelId="{652EF85E-609B-47F9-B7F1-0CE0DDC0C5DB}" type="sibTrans" cxnId="{8CED82CF-6426-4338-9D00-1D79E2CF7F2A}">
      <dgm:prSet/>
      <dgm:spPr/>
      <dgm:t>
        <a:bodyPr/>
        <a:lstStyle/>
        <a:p>
          <a:endParaRPr lang="en-US"/>
        </a:p>
      </dgm:t>
    </dgm:pt>
    <dgm:pt modelId="{B88EFEDE-8B65-4277-84C4-B38FA1BEDFD1}" type="pres">
      <dgm:prSet presAssocID="{1E05488F-76AF-4D95-BC2D-72183D7A3882}" presName="diagram" presStyleCnt="0">
        <dgm:presLayoutVars>
          <dgm:dir/>
          <dgm:resizeHandles val="exact"/>
        </dgm:presLayoutVars>
      </dgm:prSet>
      <dgm:spPr/>
    </dgm:pt>
    <dgm:pt modelId="{91A9EF1B-FCFD-4765-A94F-6677C6B9B1B3}" type="pres">
      <dgm:prSet presAssocID="{01837EA1-99CB-4C5E-A68A-15AEB3089619}" presName="node" presStyleLbl="node1" presStyleIdx="0" presStyleCnt="5">
        <dgm:presLayoutVars>
          <dgm:bulletEnabled val="1"/>
        </dgm:presLayoutVars>
      </dgm:prSet>
      <dgm:spPr/>
    </dgm:pt>
    <dgm:pt modelId="{EF717AAE-0D51-44AB-AA0E-91B9624DD5F1}" type="pres">
      <dgm:prSet presAssocID="{65248C01-5401-4AA3-BD7C-3E5CA5D25FFB}" presName="sibTrans" presStyleCnt="0"/>
      <dgm:spPr/>
    </dgm:pt>
    <dgm:pt modelId="{243A916C-1852-4E38-804A-6D47405D323E}" type="pres">
      <dgm:prSet presAssocID="{2FEDC354-9594-4F05-85D2-34203859A81F}" presName="node" presStyleLbl="node1" presStyleIdx="1" presStyleCnt="5">
        <dgm:presLayoutVars>
          <dgm:bulletEnabled val="1"/>
        </dgm:presLayoutVars>
      </dgm:prSet>
      <dgm:spPr/>
    </dgm:pt>
    <dgm:pt modelId="{AF2DFFA9-D848-4824-9C47-D18CC94EAD06}" type="pres">
      <dgm:prSet presAssocID="{477BF7CE-3C7B-4291-970D-BBD386782BC1}" presName="sibTrans" presStyleCnt="0"/>
      <dgm:spPr/>
    </dgm:pt>
    <dgm:pt modelId="{704C1060-5473-44E7-A0C8-31BC9ED47F62}" type="pres">
      <dgm:prSet presAssocID="{51912981-A048-425C-A5FF-827B5620249C}" presName="node" presStyleLbl="node1" presStyleIdx="2" presStyleCnt="5">
        <dgm:presLayoutVars>
          <dgm:bulletEnabled val="1"/>
        </dgm:presLayoutVars>
      </dgm:prSet>
      <dgm:spPr/>
    </dgm:pt>
    <dgm:pt modelId="{7BE60F3A-8D08-4A3A-B042-BED957295103}" type="pres">
      <dgm:prSet presAssocID="{33C6C93D-B61E-4035-9C96-60E0A7FD378E}" presName="sibTrans" presStyleCnt="0"/>
      <dgm:spPr/>
    </dgm:pt>
    <dgm:pt modelId="{81881F3F-3538-483E-87D9-A5D57ABE4050}" type="pres">
      <dgm:prSet presAssocID="{8EAD9EC9-F566-495B-AB4D-9B0071AE1D8C}" presName="node" presStyleLbl="node1" presStyleIdx="3" presStyleCnt="5">
        <dgm:presLayoutVars>
          <dgm:bulletEnabled val="1"/>
        </dgm:presLayoutVars>
      </dgm:prSet>
      <dgm:spPr/>
    </dgm:pt>
    <dgm:pt modelId="{FF039634-CAAA-4D2D-8261-256FE5D38306}" type="pres">
      <dgm:prSet presAssocID="{1183C27F-0D53-494B-BB90-5B479D62FA2A}" presName="sibTrans" presStyleCnt="0"/>
      <dgm:spPr/>
    </dgm:pt>
    <dgm:pt modelId="{E2AA9A3B-10FF-4AFE-91BD-1F55BB76AB38}" type="pres">
      <dgm:prSet presAssocID="{1EB5BA8B-EBAB-4ADC-AABE-B2082671372F}" presName="node" presStyleLbl="node1" presStyleIdx="4" presStyleCnt="5">
        <dgm:presLayoutVars>
          <dgm:bulletEnabled val="1"/>
        </dgm:presLayoutVars>
      </dgm:prSet>
      <dgm:spPr/>
    </dgm:pt>
  </dgm:ptLst>
  <dgm:cxnLst>
    <dgm:cxn modelId="{341DEB10-79A7-4112-900D-582620939603}" type="presOf" srcId="{2FEDC354-9594-4F05-85D2-34203859A81F}" destId="{243A916C-1852-4E38-804A-6D47405D323E}" srcOrd="0" destOrd="0" presId="urn:microsoft.com/office/officeart/2005/8/layout/default"/>
    <dgm:cxn modelId="{10908711-F8E0-49AB-976D-D0FF013A4781}" type="presOf" srcId="{8EAD9EC9-F566-495B-AB4D-9B0071AE1D8C}" destId="{81881F3F-3538-483E-87D9-A5D57ABE4050}" srcOrd="0" destOrd="0" presId="urn:microsoft.com/office/officeart/2005/8/layout/default"/>
    <dgm:cxn modelId="{0CF92897-7B0F-4FA6-83C3-956D9D52BF3B}" type="presOf" srcId="{01837EA1-99CB-4C5E-A68A-15AEB3089619}" destId="{91A9EF1B-FCFD-4765-A94F-6677C6B9B1B3}" srcOrd="0" destOrd="0" presId="urn:microsoft.com/office/officeart/2005/8/layout/default"/>
    <dgm:cxn modelId="{ABEA419E-7967-41EE-9F89-1419EFDA259A}" type="presOf" srcId="{51912981-A048-425C-A5FF-827B5620249C}" destId="{704C1060-5473-44E7-A0C8-31BC9ED47F62}" srcOrd="0" destOrd="0" presId="urn:microsoft.com/office/officeart/2005/8/layout/default"/>
    <dgm:cxn modelId="{8EBA4CA5-F2CB-4A57-8ED3-F8A632CF5B68}" type="presOf" srcId="{1E05488F-76AF-4D95-BC2D-72183D7A3882}" destId="{B88EFEDE-8B65-4277-84C4-B38FA1BEDFD1}" srcOrd="0" destOrd="0" presId="urn:microsoft.com/office/officeart/2005/8/layout/default"/>
    <dgm:cxn modelId="{8CED82CF-6426-4338-9D00-1D79E2CF7F2A}" srcId="{1E05488F-76AF-4D95-BC2D-72183D7A3882}" destId="{1EB5BA8B-EBAB-4ADC-AABE-B2082671372F}" srcOrd="4" destOrd="0" parTransId="{206CEA0C-3F94-41EF-B223-A886E597DDF3}" sibTransId="{652EF85E-609B-47F9-B7F1-0CE0DDC0C5DB}"/>
    <dgm:cxn modelId="{A8D073DD-7569-44E3-860C-845F75F94690}" srcId="{1E05488F-76AF-4D95-BC2D-72183D7A3882}" destId="{8EAD9EC9-F566-495B-AB4D-9B0071AE1D8C}" srcOrd="3" destOrd="0" parTransId="{41C57B63-FC9F-4EC9-918D-980E7E149E01}" sibTransId="{1183C27F-0D53-494B-BB90-5B479D62FA2A}"/>
    <dgm:cxn modelId="{B6311FE2-C3B0-4239-8700-BA507FBC5F76}" srcId="{1E05488F-76AF-4D95-BC2D-72183D7A3882}" destId="{51912981-A048-425C-A5FF-827B5620249C}" srcOrd="2" destOrd="0" parTransId="{D81188C0-A98D-4A83-908E-B4AD49E29BB1}" sibTransId="{33C6C93D-B61E-4035-9C96-60E0A7FD378E}"/>
    <dgm:cxn modelId="{605BD8F7-12AB-4D34-B1A4-D6C6E8D1FAA0}" srcId="{1E05488F-76AF-4D95-BC2D-72183D7A3882}" destId="{01837EA1-99CB-4C5E-A68A-15AEB3089619}" srcOrd="0" destOrd="0" parTransId="{F26DFD88-9CE0-411A-AE33-EC81C22C2792}" sibTransId="{65248C01-5401-4AA3-BD7C-3E5CA5D25FFB}"/>
    <dgm:cxn modelId="{4607CFFB-3517-4C2E-A29D-4A1326628FE7}" type="presOf" srcId="{1EB5BA8B-EBAB-4ADC-AABE-B2082671372F}" destId="{E2AA9A3B-10FF-4AFE-91BD-1F55BB76AB38}" srcOrd="0" destOrd="0" presId="urn:microsoft.com/office/officeart/2005/8/layout/default"/>
    <dgm:cxn modelId="{7B2363FF-0925-4B38-A448-9C1A83843AAE}" srcId="{1E05488F-76AF-4D95-BC2D-72183D7A3882}" destId="{2FEDC354-9594-4F05-85D2-34203859A81F}" srcOrd="1" destOrd="0" parTransId="{CEBED696-92A8-4B7F-B915-65B621711C15}" sibTransId="{477BF7CE-3C7B-4291-970D-BBD386782BC1}"/>
    <dgm:cxn modelId="{E0F26AED-42C2-458E-A23A-479C809DEE50}" type="presParOf" srcId="{B88EFEDE-8B65-4277-84C4-B38FA1BEDFD1}" destId="{91A9EF1B-FCFD-4765-A94F-6677C6B9B1B3}" srcOrd="0" destOrd="0" presId="urn:microsoft.com/office/officeart/2005/8/layout/default"/>
    <dgm:cxn modelId="{0EC2E4BB-1CC9-40FA-9778-FD8C5265CAA9}" type="presParOf" srcId="{B88EFEDE-8B65-4277-84C4-B38FA1BEDFD1}" destId="{EF717AAE-0D51-44AB-AA0E-91B9624DD5F1}" srcOrd="1" destOrd="0" presId="urn:microsoft.com/office/officeart/2005/8/layout/default"/>
    <dgm:cxn modelId="{F565CEFB-0989-4081-BE11-9AD27DBED123}" type="presParOf" srcId="{B88EFEDE-8B65-4277-84C4-B38FA1BEDFD1}" destId="{243A916C-1852-4E38-804A-6D47405D323E}" srcOrd="2" destOrd="0" presId="urn:microsoft.com/office/officeart/2005/8/layout/default"/>
    <dgm:cxn modelId="{1EF235B4-CCEE-42DD-A33D-5CE4959F8841}" type="presParOf" srcId="{B88EFEDE-8B65-4277-84C4-B38FA1BEDFD1}" destId="{AF2DFFA9-D848-4824-9C47-D18CC94EAD06}" srcOrd="3" destOrd="0" presId="urn:microsoft.com/office/officeart/2005/8/layout/default"/>
    <dgm:cxn modelId="{1DFECD0B-0300-4CCC-8B36-450D19684526}" type="presParOf" srcId="{B88EFEDE-8B65-4277-84C4-B38FA1BEDFD1}" destId="{704C1060-5473-44E7-A0C8-31BC9ED47F62}" srcOrd="4" destOrd="0" presId="urn:microsoft.com/office/officeart/2005/8/layout/default"/>
    <dgm:cxn modelId="{C4F44110-DEAF-4194-802D-709E16BF1D83}" type="presParOf" srcId="{B88EFEDE-8B65-4277-84C4-B38FA1BEDFD1}" destId="{7BE60F3A-8D08-4A3A-B042-BED957295103}" srcOrd="5" destOrd="0" presId="urn:microsoft.com/office/officeart/2005/8/layout/default"/>
    <dgm:cxn modelId="{DC61CC4B-045C-421C-BD75-69FB21B505A6}" type="presParOf" srcId="{B88EFEDE-8B65-4277-84C4-B38FA1BEDFD1}" destId="{81881F3F-3538-483E-87D9-A5D57ABE4050}" srcOrd="6" destOrd="0" presId="urn:microsoft.com/office/officeart/2005/8/layout/default"/>
    <dgm:cxn modelId="{023B34F1-B0EE-4F4B-B6DE-9C195899C202}" type="presParOf" srcId="{B88EFEDE-8B65-4277-84C4-B38FA1BEDFD1}" destId="{FF039634-CAAA-4D2D-8261-256FE5D38306}" srcOrd="7" destOrd="0" presId="urn:microsoft.com/office/officeart/2005/8/layout/default"/>
    <dgm:cxn modelId="{2DD1B09C-1625-4021-B846-8AFE945A554D}" type="presParOf" srcId="{B88EFEDE-8B65-4277-84C4-B38FA1BEDFD1}" destId="{E2AA9A3B-10FF-4AFE-91BD-1F55BB76AB3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AA5AA8C-5809-481A-BB23-C4C62DFAE18A}" type="doc">
      <dgm:prSet loTypeId="urn:microsoft.com/office/officeart/2005/8/layout/pList2" loCatId="list" qsTypeId="urn:microsoft.com/office/officeart/2005/8/quickstyle/simple1" qsCatId="simple" csTypeId="urn:microsoft.com/office/officeart/2005/8/colors/accent1_2" csCatId="accent1" phldr="1"/>
      <dgm:spPr/>
    </dgm:pt>
    <dgm:pt modelId="{F6DF6A72-1054-447C-962F-15387D0A617C}">
      <dgm:prSet phldrT="[Text]" custT="1"/>
      <dgm:spPr/>
      <dgm:t>
        <a:bodyPr/>
        <a:lstStyle/>
        <a:p>
          <a:r>
            <a:rPr lang="en-US" sz="1600" dirty="0">
              <a:solidFill>
                <a:schemeClr val="tx1"/>
              </a:solidFill>
            </a:rPr>
            <a:t>Industries</a:t>
          </a:r>
        </a:p>
        <a:p>
          <a:r>
            <a:rPr lang="en-US" sz="1000" dirty="0">
              <a:solidFill>
                <a:schemeClr val="tx1"/>
              </a:solidFill>
            </a:rPr>
            <a:t>Power</a:t>
          </a:r>
        </a:p>
        <a:p>
          <a:r>
            <a:rPr lang="en-US" sz="1000" dirty="0">
              <a:solidFill>
                <a:schemeClr val="tx1"/>
              </a:solidFill>
            </a:rPr>
            <a:t>Paper</a:t>
          </a:r>
        </a:p>
        <a:p>
          <a:r>
            <a:rPr lang="en-US" sz="1000" dirty="0">
              <a:solidFill>
                <a:schemeClr val="tx1"/>
              </a:solidFill>
            </a:rPr>
            <a:t>Packaging </a:t>
          </a:r>
        </a:p>
        <a:p>
          <a:r>
            <a:rPr lang="en-US" sz="1000" dirty="0" err="1">
              <a:solidFill>
                <a:schemeClr val="tx1"/>
              </a:solidFill>
            </a:rPr>
            <a:t>Raiway</a:t>
          </a:r>
          <a:endParaRPr lang="en-US" sz="1000" dirty="0">
            <a:solidFill>
              <a:schemeClr val="tx1"/>
            </a:solidFill>
          </a:endParaRPr>
        </a:p>
        <a:p>
          <a:r>
            <a:rPr lang="en-US" sz="1000" dirty="0">
              <a:solidFill>
                <a:schemeClr val="tx1"/>
              </a:solidFill>
            </a:rPr>
            <a:t>Steel</a:t>
          </a:r>
        </a:p>
        <a:p>
          <a:r>
            <a:rPr lang="en-US" sz="1000" dirty="0">
              <a:solidFill>
                <a:schemeClr val="tx1"/>
              </a:solidFill>
            </a:rPr>
            <a:t>Wood working </a:t>
          </a:r>
        </a:p>
        <a:p>
          <a:r>
            <a:rPr lang="en-US" sz="1000" dirty="0">
              <a:solidFill>
                <a:schemeClr val="tx1"/>
              </a:solidFill>
            </a:rPr>
            <a:t>Shipping </a:t>
          </a:r>
        </a:p>
        <a:p>
          <a:r>
            <a:rPr lang="en-US" sz="1000" dirty="0">
              <a:solidFill>
                <a:schemeClr val="tx1"/>
              </a:solidFill>
            </a:rPr>
            <a:t>Pharmaceuticals</a:t>
          </a:r>
        </a:p>
        <a:p>
          <a:r>
            <a:rPr lang="en-US" sz="1000" dirty="0">
              <a:solidFill>
                <a:schemeClr val="tx1"/>
              </a:solidFill>
            </a:rPr>
            <a:t>Chemicals</a:t>
          </a:r>
        </a:p>
        <a:p>
          <a:r>
            <a:rPr lang="en-US" sz="1000" dirty="0">
              <a:solidFill>
                <a:schemeClr val="tx1"/>
              </a:solidFill>
            </a:rPr>
            <a:t>Dairy and Food</a:t>
          </a:r>
        </a:p>
        <a:p>
          <a:r>
            <a:rPr lang="en-US" sz="1000" dirty="0">
              <a:solidFill>
                <a:schemeClr val="tx1"/>
              </a:solidFill>
            </a:rPr>
            <a:t>Steel and Metal </a:t>
          </a:r>
        </a:p>
        <a:p>
          <a:r>
            <a:rPr lang="en-US" sz="1000" dirty="0">
              <a:solidFill>
                <a:schemeClr val="tx1"/>
              </a:solidFill>
            </a:rPr>
            <a:t> </a:t>
          </a:r>
        </a:p>
      </dgm:t>
    </dgm:pt>
    <dgm:pt modelId="{ECB54530-9ECA-4E68-B309-5341D7B77273}" type="parTrans" cxnId="{2CB7684F-9E51-46E7-B65D-D33D2EE89102}">
      <dgm:prSet/>
      <dgm:spPr/>
      <dgm:t>
        <a:bodyPr/>
        <a:lstStyle/>
        <a:p>
          <a:endParaRPr lang="en-US"/>
        </a:p>
      </dgm:t>
    </dgm:pt>
    <dgm:pt modelId="{B6B66765-33D0-4B59-8312-4694B69C2576}" type="sibTrans" cxnId="{2CB7684F-9E51-46E7-B65D-D33D2EE89102}">
      <dgm:prSet/>
      <dgm:spPr/>
      <dgm:t>
        <a:bodyPr/>
        <a:lstStyle/>
        <a:p>
          <a:endParaRPr lang="en-US"/>
        </a:p>
      </dgm:t>
    </dgm:pt>
    <dgm:pt modelId="{F04C40D2-A642-418E-A91F-AD08DD68F5B0}">
      <dgm:prSet phldrT="[Text]" custT="1"/>
      <dgm:spPr/>
      <dgm:t>
        <a:bodyPr/>
        <a:lstStyle/>
        <a:p>
          <a:r>
            <a:rPr lang="en-US" sz="1600" dirty="0">
              <a:solidFill>
                <a:schemeClr val="tx1"/>
              </a:solidFill>
            </a:rPr>
            <a:t>Technologies</a:t>
          </a:r>
        </a:p>
        <a:p>
          <a:r>
            <a:rPr lang="en-US" sz="1200" dirty="0">
              <a:solidFill>
                <a:schemeClr val="tx1"/>
              </a:solidFill>
            </a:rPr>
            <a:t>Nuclear</a:t>
          </a:r>
        </a:p>
        <a:p>
          <a:r>
            <a:rPr lang="en-US" sz="1200" dirty="0">
              <a:solidFill>
                <a:schemeClr val="tx1"/>
              </a:solidFill>
            </a:rPr>
            <a:t>Pneumatic Transfer </a:t>
          </a:r>
        </a:p>
        <a:p>
          <a:r>
            <a:rPr lang="en-US" sz="1200" dirty="0">
              <a:solidFill>
                <a:schemeClr val="tx1"/>
              </a:solidFill>
            </a:rPr>
            <a:t>Pick and Place </a:t>
          </a:r>
        </a:p>
        <a:p>
          <a:r>
            <a:rPr lang="en-US" sz="1200" dirty="0">
              <a:solidFill>
                <a:schemeClr val="tx1"/>
              </a:solidFill>
            </a:rPr>
            <a:t>Material </a:t>
          </a:r>
          <a:r>
            <a:rPr lang="en-US" sz="1200" dirty="0" err="1">
              <a:solidFill>
                <a:schemeClr val="tx1"/>
              </a:solidFill>
            </a:rPr>
            <a:t>Handliing</a:t>
          </a:r>
          <a:endParaRPr lang="en-US" sz="1200" dirty="0">
            <a:solidFill>
              <a:schemeClr val="tx1"/>
            </a:solidFill>
          </a:endParaRPr>
        </a:p>
        <a:p>
          <a:r>
            <a:rPr lang="en-US" sz="1200" dirty="0">
              <a:solidFill>
                <a:schemeClr val="tx1"/>
              </a:solidFill>
            </a:rPr>
            <a:t>Process Industries </a:t>
          </a:r>
        </a:p>
        <a:p>
          <a:r>
            <a:rPr lang="en-US" sz="1200" dirty="0">
              <a:solidFill>
                <a:schemeClr val="tx1"/>
              </a:solidFill>
            </a:rPr>
            <a:t>Drying </a:t>
          </a:r>
        </a:p>
        <a:p>
          <a:r>
            <a:rPr lang="en-US" sz="1200" dirty="0">
              <a:solidFill>
                <a:schemeClr val="tx1"/>
              </a:solidFill>
            </a:rPr>
            <a:t>Effluent Treatment  </a:t>
          </a:r>
        </a:p>
        <a:p>
          <a:endParaRPr lang="en-US" sz="1200" dirty="0">
            <a:solidFill>
              <a:schemeClr val="tx1"/>
            </a:solidFill>
          </a:endParaRPr>
        </a:p>
        <a:p>
          <a:r>
            <a:rPr lang="en-US" sz="1200" dirty="0"/>
            <a:t> </a:t>
          </a:r>
        </a:p>
      </dgm:t>
    </dgm:pt>
    <dgm:pt modelId="{5958086E-2633-4D6E-9A92-31063BC85B2B}" type="parTrans" cxnId="{00B57637-E452-464E-9325-F0A8ED7DB5AF}">
      <dgm:prSet/>
      <dgm:spPr/>
      <dgm:t>
        <a:bodyPr/>
        <a:lstStyle/>
        <a:p>
          <a:endParaRPr lang="en-US"/>
        </a:p>
      </dgm:t>
    </dgm:pt>
    <dgm:pt modelId="{261CF520-C20F-45C5-AEED-D19D1AB25F37}" type="sibTrans" cxnId="{00B57637-E452-464E-9325-F0A8ED7DB5AF}">
      <dgm:prSet/>
      <dgm:spPr/>
      <dgm:t>
        <a:bodyPr/>
        <a:lstStyle/>
        <a:p>
          <a:endParaRPr lang="en-US"/>
        </a:p>
      </dgm:t>
    </dgm:pt>
    <dgm:pt modelId="{45B990D5-0DCE-4464-8BDD-F7DF47DE9E11}">
      <dgm:prSet phldrT="[Text]" custT="1"/>
      <dgm:spPr/>
      <dgm:t>
        <a:bodyPr/>
        <a:lstStyle/>
        <a:p>
          <a:r>
            <a:rPr lang="en-US" sz="1600" dirty="0">
              <a:solidFill>
                <a:schemeClr val="tx1"/>
              </a:solidFill>
            </a:rPr>
            <a:t>Markets</a:t>
          </a:r>
        </a:p>
        <a:p>
          <a:r>
            <a:rPr lang="en-US" sz="1200" dirty="0">
              <a:solidFill>
                <a:schemeClr val="tx1"/>
              </a:solidFill>
            </a:rPr>
            <a:t>Government </a:t>
          </a:r>
        </a:p>
        <a:p>
          <a:r>
            <a:rPr lang="en-US" sz="1200" dirty="0">
              <a:solidFill>
                <a:schemeClr val="tx1"/>
              </a:solidFill>
            </a:rPr>
            <a:t>Consumer  </a:t>
          </a:r>
        </a:p>
        <a:p>
          <a:r>
            <a:rPr lang="en-US" sz="1200" dirty="0">
              <a:solidFill>
                <a:schemeClr val="tx1"/>
              </a:solidFill>
            </a:rPr>
            <a:t>Defense</a:t>
          </a:r>
        </a:p>
        <a:p>
          <a:r>
            <a:rPr lang="en-US" sz="1200" dirty="0">
              <a:solidFill>
                <a:schemeClr val="tx1"/>
              </a:solidFill>
            </a:rPr>
            <a:t>Private Industries</a:t>
          </a:r>
        </a:p>
        <a:p>
          <a:r>
            <a:rPr lang="en-US" sz="1200" dirty="0">
              <a:solidFill>
                <a:schemeClr val="tx1"/>
              </a:solidFill>
            </a:rPr>
            <a:t>Healthcare </a:t>
          </a:r>
          <a:r>
            <a:rPr lang="en-US" sz="1600" dirty="0">
              <a:solidFill>
                <a:schemeClr val="tx1"/>
              </a:solidFill>
            </a:rPr>
            <a:t> </a:t>
          </a:r>
        </a:p>
        <a:p>
          <a:r>
            <a:rPr lang="en-US" sz="2800" dirty="0">
              <a:solidFill>
                <a:schemeClr val="tx1"/>
              </a:solidFill>
            </a:rPr>
            <a:t> </a:t>
          </a:r>
        </a:p>
      </dgm:t>
    </dgm:pt>
    <dgm:pt modelId="{9DEEFB46-34A6-4810-BD78-B3C9A96B9D24}" type="parTrans" cxnId="{E6CFBE26-A6AB-4D5A-97BA-307B356AA9DD}">
      <dgm:prSet/>
      <dgm:spPr/>
      <dgm:t>
        <a:bodyPr/>
        <a:lstStyle/>
        <a:p>
          <a:endParaRPr lang="en-US"/>
        </a:p>
      </dgm:t>
    </dgm:pt>
    <dgm:pt modelId="{267CA6F1-FF09-4F9F-8917-5CA835C9B265}" type="sibTrans" cxnId="{E6CFBE26-A6AB-4D5A-97BA-307B356AA9DD}">
      <dgm:prSet/>
      <dgm:spPr/>
      <dgm:t>
        <a:bodyPr/>
        <a:lstStyle/>
        <a:p>
          <a:endParaRPr lang="en-US"/>
        </a:p>
      </dgm:t>
    </dgm:pt>
    <dgm:pt modelId="{1CA9D800-84D2-42BF-A6FF-3E1DCB8C52ED}" type="pres">
      <dgm:prSet presAssocID="{5AA5AA8C-5809-481A-BB23-C4C62DFAE18A}" presName="Name0" presStyleCnt="0">
        <dgm:presLayoutVars>
          <dgm:dir/>
          <dgm:resizeHandles val="exact"/>
        </dgm:presLayoutVars>
      </dgm:prSet>
      <dgm:spPr/>
    </dgm:pt>
    <dgm:pt modelId="{DAFE1CDB-5345-4E51-B020-945BFFEAB7EB}" type="pres">
      <dgm:prSet presAssocID="{5AA5AA8C-5809-481A-BB23-C4C62DFAE18A}" presName="bkgdShp" presStyleLbl="alignAccFollowNode1" presStyleIdx="0" presStyleCnt="1" custLinFactNeighborX="1487" custLinFactNeighborY="14600"/>
      <dgm:spPr/>
    </dgm:pt>
    <dgm:pt modelId="{662C3775-2545-40C9-88AA-D35D7BBF238F}" type="pres">
      <dgm:prSet presAssocID="{5AA5AA8C-5809-481A-BB23-C4C62DFAE18A}" presName="linComp" presStyleCnt="0"/>
      <dgm:spPr/>
    </dgm:pt>
    <dgm:pt modelId="{4505268C-40EF-4793-A8B3-2CA5E605CCDF}" type="pres">
      <dgm:prSet presAssocID="{F6DF6A72-1054-447C-962F-15387D0A617C}" presName="compNode" presStyleCnt="0"/>
      <dgm:spPr/>
    </dgm:pt>
    <dgm:pt modelId="{0D582517-EA7E-4FB7-BD71-E441711D8C4A}" type="pres">
      <dgm:prSet presAssocID="{F6DF6A72-1054-447C-962F-15387D0A617C}" presName="node" presStyleLbl="node1" presStyleIdx="0" presStyleCnt="3" custScaleX="106904" custScaleY="94544" custLinFactNeighborX="-849" custLinFactNeighborY="-574">
        <dgm:presLayoutVars>
          <dgm:bulletEnabled val="1"/>
        </dgm:presLayoutVars>
      </dgm:prSet>
      <dgm:spPr/>
    </dgm:pt>
    <dgm:pt modelId="{033D3A72-1AC2-48CC-936D-80859EDEE18D}" type="pres">
      <dgm:prSet presAssocID="{F6DF6A72-1054-447C-962F-15387D0A617C}" presName="invisiNode" presStyleLbl="node1" presStyleIdx="0" presStyleCnt="3"/>
      <dgm:spPr/>
    </dgm:pt>
    <dgm:pt modelId="{F1C8C7C6-5B28-468A-BCE6-CE99DB9E37F0}" type="pres">
      <dgm:prSet presAssocID="{F6DF6A72-1054-447C-962F-15387D0A617C}" presName="imagNode" presStyleLbl="fgImgPlace1" presStyleIdx="0" presStyleCnt="3" custScaleX="130358" custScaleY="11521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</dgm:spPr>
    </dgm:pt>
    <dgm:pt modelId="{9866EDC1-9C17-48AF-A96F-5B41CE80D703}" type="pres">
      <dgm:prSet presAssocID="{B6B66765-33D0-4B59-8312-4694B69C2576}" presName="sibTrans" presStyleLbl="sibTrans2D1" presStyleIdx="0" presStyleCnt="0"/>
      <dgm:spPr/>
    </dgm:pt>
    <dgm:pt modelId="{EA925DD8-4105-4D88-8287-9A6E099483B6}" type="pres">
      <dgm:prSet presAssocID="{F04C40D2-A642-418E-A91F-AD08DD68F5B0}" presName="compNode" presStyleCnt="0"/>
      <dgm:spPr/>
    </dgm:pt>
    <dgm:pt modelId="{236FF584-C8E4-4060-BF34-CCD2E6B2FF0D}" type="pres">
      <dgm:prSet presAssocID="{F04C40D2-A642-418E-A91F-AD08DD68F5B0}" presName="node" presStyleLbl="node1" presStyleIdx="1" presStyleCnt="3">
        <dgm:presLayoutVars>
          <dgm:bulletEnabled val="1"/>
        </dgm:presLayoutVars>
      </dgm:prSet>
      <dgm:spPr/>
    </dgm:pt>
    <dgm:pt modelId="{0339997E-619F-42E0-96F8-9CECC7D71764}" type="pres">
      <dgm:prSet presAssocID="{F04C40D2-A642-418E-A91F-AD08DD68F5B0}" presName="invisiNode" presStyleLbl="node1" presStyleIdx="1" presStyleCnt="3"/>
      <dgm:spPr/>
    </dgm:pt>
    <dgm:pt modelId="{9DEED200-DA0A-4C50-A565-91A78C14FD68}" type="pres">
      <dgm:prSet presAssocID="{F04C40D2-A642-418E-A91F-AD08DD68F5B0}" presName="imagNode" presStyleLbl="fgImgPlace1" presStyleIdx="1" presStyleCnt="3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2000" r="-52000"/>
          </a:stretch>
        </a:blipFill>
      </dgm:spPr>
    </dgm:pt>
    <dgm:pt modelId="{1D48506E-F88F-4DC2-A631-BD43C32A07A7}" type="pres">
      <dgm:prSet presAssocID="{261CF520-C20F-45C5-AEED-D19D1AB25F37}" presName="sibTrans" presStyleLbl="sibTrans2D1" presStyleIdx="0" presStyleCnt="0"/>
      <dgm:spPr/>
    </dgm:pt>
    <dgm:pt modelId="{F5748BC8-76EA-4C7D-A096-DDD0A785D2E0}" type="pres">
      <dgm:prSet presAssocID="{45B990D5-0DCE-4464-8BDD-F7DF47DE9E11}" presName="compNode" presStyleCnt="0"/>
      <dgm:spPr/>
    </dgm:pt>
    <dgm:pt modelId="{4597BE34-3054-4F4A-9213-224EFC4898AD}" type="pres">
      <dgm:prSet presAssocID="{45B990D5-0DCE-4464-8BDD-F7DF47DE9E11}" presName="node" presStyleLbl="node1" presStyleIdx="2" presStyleCnt="3">
        <dgm:presLayoutVars>
          <dgm:bulletEnabled val="1"/>
        </dgm:presLayoutVars>
      </dgm:prSet>
      <dgm:spPr/>
    </dgm:pt>
    <dgm:pt modelId="{57C9A3B2-98BD-4A15-A229-E2056D2FCF91}" type="pres">
      <dgm:prSet presAssocID="{45B990D5-0DCE-4464-8BDD-F7DF47DE9E11}" presName="invisiNode" presStyleLbl="node1" presStyleIdx="2" presStyleCnt="3"/>
      <dgm:spPr/>
    </dgm:pt>
    <dgm:pt modelId="{68698942-5FF6-4CEB-A3F4-8D2CAAD6939C}" type="pres">
      <dgm:prSet presAssocID="{45B990D5-0DCE-4464-8BDD-F7DF47DE9E11}" presName="imagNode" presStyleLbl="fgImgPlace1" presStyleIdx="2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</dgm:pt>
  </dgm:ptLst>
  <dgm:cxnLst>
    <dgm:cxn modelId="{BEE9AF09-BEF0-40AD-AED6-827ADA92C64D}" type="presOf" srcId="{B6B66765-33D0-4B59-8312-4694B69C2576}" destId="{9866EDC1-9C17-48AF-A96F-5B41CE80D703}" srcOrd="0" destOrd="0" presId="urn:microsoft.com/office/officeart/2005/8/layout/pList2"/>
    <dgm:cxn modelId="{18397C1E-4417-4FBA-AA31-16846FCDC5D4}" type="presOf" srcId="{45B990D5-0DCE-4464-8BDD-F7DF47DE9E11}" destId="{4597BE34-3054-4F4A-9213-224EFC4898AD}" srcOrd="0" destOrd="0" presId="urn:microsoft.com/office/officeart/2005/8/layout/pList2"/>
    <dgm:cxn modelId="{E6CFBE26-A6AB-4D5A-97BA-307B356AA9DD}" srcId="{5AA5AA8C-5809-481A-BB23-C4C62DFAE18A}" destId="{45B990D5-0DCE-4464-8BDD-F7DF47DE9E11}" srcOrd="2" destOrd="0" parTransId="{9DEEFB46-34A6-4810-BD78-B3C9A96B9D24}" sibTransId="{267CA6F1-FF09-4F9F-8917-5CA835C9B265}"/>
    <dgm:cxn modelId="{00B57637-E452-464E-9325-F0A8ED7DB5AF}" srcId="{5AA5AA8C-5809-481A-BB23-C4C62DFAE18A}" destId="{F04C40D2-A642-418E-A91F-AD08DD68F5B0}" srcOrd="1" destOrd="0" parTransId="{5958086E-2633-4D6E-9A92-31063BC85B2B}" sibTransId="{261CF520-C20F-45C5-AEED-D19D1AB25F37}"/>
    <dgm:cxn modelId="{64943B69-4C69-4BFE-B1BA-15F08B4FE11F}" type="presOf" srcId="{F6DF6A72-1054-447C-962F-15387D0A617C}" destId="{0D582517-EA7E-4FB7-BD71-E441711D8C4A}" srcOrd="0" destOrd="0" presId="urn:microsoft.com/office/officeart/2005/8/layout/pList2"/>
    <dgm:cxn modelId="{2CB7684F-9E51-46E7-B65D-D33D2EE89102}" srcId="{5AA5AA8C-5809-481A-BB23-C4C62DFAE18A}" destId="{F6DF6A72-1054-447C-962F-15387D0A617C}" srcOrd="0" destOrd="0" parTransId="{ECB54530-9ECA-4E68-B309-5341D7B77273}" sibTransId="{B6B66765-33D0-4B59-8312-4694B69C2576}"/>
    <dgm:cxn modelId="{7828EE7F-BE13-4791-8E39-782D5E17E233}" type="presOf" srcId="{5AA5AA8C-5809-481A-BB23-C4C62DFAE18A}" destId="{1CA9D800-84D2-42BF-A6FF-3E1DCB8C52ED}" srcOrd="0" destOrd="0" presId="urn:microsoft.com/office/officeart/2005/8/layout/pList2"/>
    <dgm:cxn modelId="{FA366EDE-6EF3-466E-85FA-285478432FBD}" type="presOf" srcId="{261CF520-C20F-45C5-AEED-D19D1AB25F37}" destId="{1D48506E-F88F-4DC2-A631-BD43C32A07A7}" srcOrd="0" destOrd="0" presId="urn:microsoft.com/office/officeart/2005/8/layout/pList2"/>
    <dgm:cxn modelId="{328111EE-5CE0-4474-AEB6-FC82763DF462}" type="presOf" srcId="{F04C40D2-A642-418E-A91F-AD08DD68F5B0}" destId="{236FF584-C8E4-4060-BF34-CCD2E6B2FF0D}" srcOrd="0" destOrd="0" presId="urn:microsoft.com/office/officeart/2005/8/layout/pList2"/>
    <dgm:cxn modelId="{40D506F0-B344-46D3-92FB-A4CF81BD6A30}" type="presParOf" srcId="{1CA9D800-84D2-42BF-A6FF-3E1DCB8C52ED}" destId="{DAFE1CDB-5345-4E51-B020-945BFFEAB7EB}" srcOrd="0" destOrd="0" presId="urn:microsoft.com/office/officeart/2005/8/layout/pList2"/>
    <dgm:cxn modelId="{16776DFA-7772-402E-BF14-1FE3F9D30D4C}" type="presParOf" srcId="{1CA9D800-84D2-42BF-A6FF-3E1DCB8C52ED}" destId="{662C3775-2545-40C9-88AA-D35D7BBF238F}" srcOrd="1" destOrd="0" presId="urn:microsoft.com/office/officeart/2005/8/layout/pList2"/>
    <dgm:cxn modelId="{AD356345-1E30-4196-A8E1-A2AA9BCD45DC}" type="presParOf" srcId="{662C3775-2545-40C9-88AA-D35D7BBF238F}" destId="{4505268C-40EF-4793-A8B3-2CA5E605CCDF}" srcOrd="0" destOrd="0" presId="urn:microsoft.com/office/officeart/2005/8/layout/pList2"/>
    <dgm:cxn modelId="{2B914664-BA6A-4534-B23E-F76F904CC7A4}" type="presParOf" srcId="{4505268C-40EF-4793-A8B3-2CA5E605CCDF}" destId="{0D582517-EA7E-4FB7-BD71-E441711D8C4A}" srcOrd="0" destOrd="0" presId="urn:microsoft.com/office/officeart/2005/8/layout/pList2"/>
    <dgm:cxn modelId="{C51287FD-CE84-4A56-9D89-11EFDACF964E}" type="presParOf" srcId="{4505268C-40EF-4793-A8B3-2CA5E605CCDF}" destId="{033D3A72-1AC2-48CC-936D-80859EDEE18D}" srcOrd="1" destOrd="0" presId="urn:microsoft.com/office/officeart/2005/8/layout/pList2"/>
    <dgm:cxn modelId="{1EAACC77-50BC-424E-89CE-B9073B796F9C}" type="presParOf" srcId="{4505268C-40EF-4793-A8B3-2CA5E605CCDF}" destId="{F1C8C7C6-5B28-468A-BCE6-CE99DB9E37F0}" srcOrd="2" destOrd="0" presId="urn:microsoft.com/office/officeart/2005/8/layout/pList2"/>
    <dgm:cxn modelId="{0FEBE13C-A157-4C59-A76F-0AEB7DBB376C}" type="presParOf" srcId="{662C3775-2545-40C9-88AA-D35D7BBF238F}" destId="{9866EDC1-9C17-48AF-A96F-5B41CE80D703}" srcOrd="1" destOrd="0" presId="urn:microsoft.com/office/officeart/2005/8/layout/pList2"/>
    <dgm:cxn modelId="{822E995B-6018-4723-A610-2E1A223A19B8}" type="presParOf" srcId="{662C3775-2545-40C9-88AA-D35D7BBF238F}" destId="{EA925DD8-4105-4D88-8287-9A6E099483B6}" srcOrd="2" destOrd="0" presId="urn:microsoft.com/office/officeart/2005/8/layout/pList2"/>
    <dgm:cxn modelId="{062FB450-853F-44AD-B87C-C908D213F52D}" type="presParOf" srcId="{EA925DD8-4105-4D88-8287-9A6E099483B6}" destId="{236FF584-C8E4-4060-BF34-CCD2E6B2FF0D}" srcOrd="0" destOrd="0" presId="urn:microsoft.com/office/officeart/2005/8/layout/pList2"/>
    <dgm:cxn modelId="{D5BE08C3-C8BB-429F-8E86-75356D3E20D0}" type="presParOf" srcId="{EA925DD8-4105-4D88-8287-9A6E099483B6}" destId="{0339997E-619F-42E0-96F8-9CECC7D71764}" srcOrd="1" destOrd="0" presId="urn:microsoft.com/office/officeart/2005/8/layout/pList2"/>
    <dgm:cxn modelId="{101F3304-C834-4237-828C-813ED4E0F7F9}" type="presParOf" srcId="{EA925DD8-4105-4D88-8287-9A6E099483B6}" destId="{9DEED200-DA0A-4C50-A565-91A78C14FD68}" srcOrd="2" destOrd="0" presId="urn:microsoft.com/office/officeart/2005/8/layout/pList2"/>
    <dgm:cxn modelId="{9DB80C7C-2976-43A8-9B89-18E308D02A17}" type="presParOf" srcId="{662C3775-2545-40C9-88AA-D35D7BBF238F}" destId="{1D48506E-F88F-4DC2-A631-BD43C32A07A7}" srcOrd="3" destOrd="0" presId="urn:microsoft.com/office/officeart/2005/8/layout/pList2"/>
    <dgm:cxn modelId="{8E7C5D94-F993-4468-8CA7-5BF2EF328725}" type="presParOf" srcId="{662C3775-2545-40C9-88AA-D35D7BBF238F}" destId="{F5748BC8-76EA-4C7D-A096-DDD0A785D2E0}" srcOrd="4" destOrd="0" presId="urn:microsoft.com/office/officeart/2005/8/layout/pList2"/>
    <dgm:cxn modelId="{67147F81-9B97-47F6-96D5-2F18F0C7C919}" type="presParOf" srcId="{F5748BC8-76EA-4C7D-A096-DDD0A785D2E0}" destId="{4597BE34-3054-4F4A-9213-224EFC4898AD}" srcOrd="0" destOrd="0" presId="urn:microsoft.com/office/officeart/2005/8/layout/pList2"/>
    <dgm:cxn modelId="{9CB65088-5806-4D16-8C12-F7D92411474B}" type="presParOf" srcId="{F5748BC8-76EA-4C7D-A096-DDD0A785D2E0}" destId="{57C9A3B2-98BD-4A15-A229-E2056D2FCF91}" srcOrd="1" destOrd="0" presId="urn:microsoft.com/office/officeart/2005/8/layout/pList2"/>
    <dgm:cxn modelId="{8F16E7E3-89A5-4C7A-AD91-9DB7B004CB37}" type="presParOf" srcId="{F5748BC8-76EA-4C7D-A096-DDD0A785D2E0}" destId="{68698942-5FF6-4CEB-A3F4-8D2CAAD6939C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A2A04B2-8E7F-46C3-9F25-CC4BB8D04C9C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</dgm:pt>
    <dgm:pt modelId="{A887B649-B67D-4B51-A3EE-3D4A9E1702E5}">
      <dgm:prSet phldrT="[Text]" custT="1"/>
      <dgm:spPr/>
      <dgm:t>
        <a:bodyPr/>
        <a:lstStyle/>
        <a:p>
          <a:r>
            <a:rPr lang="en-US" sz="1200" b="1" dirty="0"/>
            <a:t>Exclusive Agency and Distributorship </a:t>
          </a:r>
        </a:p>
      </dgm:t>
    </dgm:pt>
    <dgm:pt modelId="{B3232652-663D-4DF9-B5E8-2ADD61B14DC0}" type="parTrans" cxnId="{BEF597D2-BC54-4146-99BD-6C67332D8F32}">
      <dgm:prSet/>
      <dgm:spPr/>
      <dgm:t>
        <a:bodyPr/>
        <a:lstStyle/>
        <a:p>
          <a:endParaRPr lang="en-US"/>
        </a:p>
      </dgm:t>
    </dgm:pt>
    <dgm:pt modelId="{6220E595-5ADA-4CB2-8F76-C1272692EA2E}" type="sibTrans" cxnId="{BEF597D2-BC54-4146-99BD-6C67332D8F32}">
      <dgm:prSet/>
      <dgm:spPr/>
      <dgm:t>
        <a:bodyPr/>
        <a:lstStyle/>
        <a:p>
          <a:endParaRPr lang="en-US"/>
        </a:p>
      </dgm:t>
    </dgm:pt>
    <dgm:pt modelId="{B9FA263D-0BB2-43F5-ACD8-436B5A5A8EB3}">
      <dgm:prSet phldrT="[Text]" custT="1"/>
      <dgm:spPr/>
      <dgm:t>
        <a:bodyPr/>
        <a:lstStyle/>
        <a:p>
          <a:r>
            <a:rPr lang="en-US" sz="1200" b="1" dirty="0"/>
            <a:t>Joint Venture with Minority or Majority </a:t>
          </a:r>
        </a:p>
      </dgm:t>
    </dgm:pt>
    <dgm:pt modelId="{5ACDDD8B-5630-4EA2-A00C-1486EE1E4081}" type="parTrans" cxnId="{0D07B850-5DAB-4D50-BA77-A739E50356D6}">
      <dgm:prSet/>
      <dgm:spPr/>
      <dgm:t>
        <a:bodyPr/>
        <a:lstStyle/>
        <a:p>
          <a:endParaRPr lang="en-US"/>
        </a:p>
      </dgm:t>
    </dgm:pt>
    <dgm:pt modelId="{E04AF289-1913-4475-9A82-2AF4B3907AC5}" type="sibTrans" cxnId="{0D07B850-5DAB-4D50-BA77-A739E50356D6}">
      <dgm:prSet/>
      <dgm:spPr/>
      <dgm:t>
        <a:bodyPr/>
        <a:lstStyle/>
        <a:p>
          <a:endParaRPr lang="en-US"/>
        </a:p>
      </dgm:t>
    </dgm:pt>
    <dgm:pt modelId="{9C1D6818-525F-4F75-9A2D-BB2109A00DA4}">
      <dgm:prSet phldrT="[Text]" custT="1"/>
      <dgm:spPr/>
      <dgm:t>
        <a:bodyPr/>
        <a:lstStyle/>
        <a:p>
          <a:r>
            <a:rPr lang="en-US" sz="1200" b="1" dirty="0"/>
            <a:t>Form a company to be eventually handed over to you when the business pick up volume </a:t>
          </a:r>
        </a:p>
      </dgm:t>
    </dgm:pt>
    <dgm:pt modelId="{074E769F-7ED3-43C8-9CDC-784462BB7F40}" type="parTrans" cxnId="{E82BE52A-75C7-4FC7-87CD-D510C4D4EAEA}">
      <dgm:prSet/>
      <dgm:spPr/>
      <dgm:t>
        <a:bodyPr/>
        <a:lstStyle/>
        <a:p>
          <a:endParaRPr lang="en-US"/>
        </a:p>
      </dgm:t>
    </dgm:pt>
    <dgm:pt modelId="{197E5C6C-152A-4E2D-8ECD-DAC454C39565}" type="sibTrans" cxnId="{E82BE52A-75C7-4FC7-87CD-D510C4D4EAEA}">
      <dgm:prSet/>
      <dgm:spPr/>
      <dgm:t>
        <a:bodyPr/>
        <a:lstStyle/>
        <a:p>
          <a:endParaRPr lang="en-US"/>
        </a:p>
      </dgm:t>
    </dgm:pt>
    <dgm:pt modelId="{14228F70-5D56-47D2-A5B0-6F0857BCEA82}">
      <dgm:prSet custT="1"/>
      <dgm:spPr/>
      <dgm:t>
        <a:bodyPr/>
        <a:lstStyle/>
        <a:p>
          <a:r>
            <a:rPr lang="en-US" sz="1200" b="1" dirty="0"/>
            <a:t>Assist you in forming a local subsidiary</a:t>
          </a:r>
        </a:p>
      </dgm:t>
    </dgm:pt>
    <dgm:pt modelId="{A5296015-73FF-474E-915D-FBC59BC2F7EF}" type="parTrans" cxnId="{99014D7E-3DA8-4832-8CA0-29D078EC6386}">
      <dgm:prSet/>
      <dgm:spPr/>
      <dgm:t>
        <a:bodyPr/>
        <a:lstStyle/>
        <a:p>
          <a:endParaRPr lang="en-US"/>
        </a:p>
      </dgm:t>
    </dgm:pt>
    <dgm:pt modelId="{2ED3696D-AA49-4ADC-8A62-DCAC31C30C92}" type="sibTrans" cxnId="{99014D7E-3DA8-4832-8CA0-29D078EC6386}">
      <dgm:prSet/>
      <dgm:spPr/>
      <dgm:t>
        <a:bodyPr/>
        <a:lstStyle/>
        <a:p>
          <a:endParaRPr lang="en-US"/>
        </a:p>
      </dgm:t>
    </dgm:pt>
    <dgm:pt modelId="{A82B3385-94FA-4EE0-AE38-88F6950A14C5}" type="pres">
      <dgm:prSet presAssocID="{DA2A04B2-8E7F-46C3-9F25-CC4BB8D04C9C}" presName="compositeShape" presStyleCnt="0">
        <dgm:presLayoutVars>
          <dgm:dir/>
          <dgm:resizeHandles/>
        </dgm:presLayoutVars>
      </dgm:prSet>
      <dgm:spPr/>
    </dgm:pt>
    <dgm:pt modelId="{321A6C67-3F14-41A6-85F9-8F620BD2FF9D}" type="pres">
      <dgm:prSet presAssocID="{DA2A04B2-8E7F-46C3-9F25-CC4BB8D04C9C}" presName="pyramid" presStyleLbl="node1" presStyleIdx="0" presStyleCnt="1"/>
      <dgm:spPr/>
    </dgm:pt>
    <dgm:pt modelId="{A47B1E3F-65A4-450D-AF28-019F41B0B1D7}" type="pres">
      <dgm:prSet presAssocID="{DA2A04B2-8E7F-46C3-9F25-CC4BB8D04C9C}" presName="theList" presStyleCnt="0"/>
      <dgm:spPr/>
    </dgm:pt>
    <dgm:pt modelId="{7049040B-131A-4B35-B9B9-BA9E1FF92F36}" type="pres">
      <dgm:prSet presAssocID="{A887B649-B67D-4B51-A3EE-3D4A9E1702E5}" presName="aNode" presStyleLbl="fgAcc1" presStyleIdx="0" presStyleCnt="4">
        <dgm:presLayoutVars>
          <dgm:bulletEnabled val="1"/>
        </dgm:presLayoutVars>
      </dgm:prSet>
      <dgm:spPr/>
    </dgm:pt>
    <dgm:pt modelId="{06FEB528-2D29-4882-A871-BE782199A075}" type="pres">
      <dgm:prSet presAssocID="{A887B649-B67D-4B51-A3EE-3D4A9E1702E5}" presName="aSpace" presStyleCnt="0"/>
      <dgm:spPr/>
    </dgm:pt>
    <dgm:pt modelId="{AB7E0E10-A1C9-41B0-A18C-DB504D097023}" type="pres">
      <dgm:prSet presAssocID="{B9FA263D-0BB2-43F5-ACD8-436B5A5A8EB3}" presName="aNode" presStyleLbl="fgAcc1" presStyleIdx="1" presStyleCnt="4">
        <dgm:presLayoutVars>
          <dgm:bulletEnabled val="1"/>
        </dgm:presLayoutVars>
      </dgm:prSet>
      <dgm:spPr/>
    </dgm:pt>
    <dgm:pt modelId="{50E19294-359A-46D2-94EA-18087EDFAD25}" type="pres">
      <dgm:prSet presAssocID="{B9FA263D-0BB2-43F5-ACD8-436B5A5A8EB3}" presName="aSpace" presStyleCnt="0"/>
      <dgm:spPr/>
    </dgm:pt>
    <dgm:pt modelId="{E7934509-D85E-4B7A-9944-8F1FDD77B1E6}" type="pres">
      <dgm:prSet presAssocID="{14228F70-5D56-47D2-A5B0-6F0857BCEA82}" presName="aNode" presStyleLbl="fgAcc1" presStyleIdx="2" presStyleCnt="4">
        <dgm:presLayoutVars>
          <dgm:bulletEnabled val="1"/>
        </dgm:presLayoutVars>
      </dgm:prSet>
      <dgm:spPr/>
    </dgm:pt>
    <dgm:pt modelId="{BCC1E851-AC7C-4599-B62E-130CDA52E872}" type="pres">
      <dgm:prSet presAssocID="{14228F70-5D56-47D2-A5B0-6F0857BCEA82}" presName="aSpace" presStyleCnt="0"/>
      <dgm:spPr/>
    </dgm:pt>
    <dgm:pt modelId="{373930AF-80B7-4762-9E38-9BD470E1DA93}" type="pres">
      <dgm:prSet presAssocID="{9C1D6818-525F-4F75-9A2D-BB2109A00DA4}" presName="aNode" presStyleLbl="fgAcc1" presStyleIdx="3" presStyleCnt="4">
        <dgm:presLayoutVars>
          <dgm:bulletEnabled val="1"/>
        </dgm:presLayoutVars>
      </dgm:prSet>
      <dgm:spPr/>
    </dgm:pt>
    <dgm:pt modelId="{D4128D9D-17DE-4CCD-9DA7-2FD33CEBE311}" type="pres">
      <dgm:prSet presAssocID="{9C1D6818-525F-4F75-9A2D-BB2109A00DA4}" presName="aSpace" presStyleCnt="0"/>
      <dgm:spPr/>
    </dgm:pt>
  </dgm:ptLst>
  <dgm:cxnLst>
    <dgm:cxn modelId="{347C3113-F44D-45AC-B07D-AD045175347F}" type="presOf" srcId="{14228F70-5D56-47D2-A5B0-6F0857BCEA82}" destId="{E7934509-D85E-4B7A-9944-8F1FDD77B1E6}" srcOrd="0" destOrd="0" presId="urn:microsoft.com/office/officeart/2005/8/layout/pyramid2"/>
    <dgm:cxn modelId="{E82BE52A-75C7-4FC7-87CD-D510C4D4EAEA}" srcId="{DA2A04B2-8E7F-46C3-9F25-CC4BB8D04C9C}" destId="{9C1D6818-525F-4F75-9A2D-BB2109A00DA4}" srcOrd="3" destOrd="0" parTransId="{074E769F-7ED3-43C8-9CDC-784462BB7F40}" sibTransId="{197E5C6C-152A-4E2D-8ECD-DAC454C39565}"/>
    <dgm:cxn modelId="{4FB6F62C-55B3-4B5A-8AE3-B3D83FFF3CE1}" type="presOf" srcId="{A887B649-B67D-4B51-A3EE-3D4A9E1702E5}" destId="{7049040B-131A-4B35-B9B9-BA9E1FF92F36}" srcOrd="0" destOrd="0" presId="urn:microsoft.com/office/officeart/2005/8/layout/pyramid2"/>
    <dgm:cxn modelId="{DA282650-3820-4F3A-98CF-A062E1580A0D}" type="presOf" srcId="{B9FA263D-0BB2-43F5-ACD8-436B5A5A8EB3}" destId="{AB7E0E10-A1C9-41B0-A18C-DB504D097023}" srcOrd="0" destOrd="0" presId="urn:microsoft.com/office/officeart/2005/8/layout/pyramid2"/>
    <dgm:cxn modelId="{0D07B850-5DAB-4D50-BA77-A739E50356D6}" srcId="{DA2A04B2-8E7F-46C3-9F25-CC4BB8D04C9C}" destId="{B9FA263D-0BB2-43F5-ACD8-436B5A5A8EB3}" srcOrd="1" destOrd="0" parTransId="{5ACDDD8B-5630-4EA2-A00C-1486EE1E4081}" sibTransId="{E04AF289-1913-4475-9A82-2AF4B3907AC5}"/>
    <dgm:cxn modelId="{32572F53-51C7-4641-BF59-B79984ECEEA7}" type="presOf" srcId="{9C1D6818-525F-4F75-9A2D-BB2109A00DA4}" destId="{373930AF-80B7-4762-9E38-9BD470E1DA93}" srcOrd="0" destOrd="0" presId="urn:microsoft.com/office/officeart/2005/8/layout/pyramid2"/>
    <dgm:cxn modelId="{99014D7E-3DA8-4832-8CA0-29D078EC6386}" srcId="{DA2A04B2-8E7F-46C3-9F25-CC4BB8D04C9C}" destId="{14228F70-5D56-47D2-A5B0-6F0857BCEA82}" srcOrd="2" destOrd="0" parTransId="{A5296015-73FF-474E-915D-FBC59BC2F7EF}" sibTransId="{2ED3696D-AA49-4ADC-8A62-DCAC31C30C92}"/>
    <dgm:cxn modelId="{DC17287F-F5CB-4333-A9A8-687CF8111B1B}" type="presOf" srcId="{DA2A04B2-8E7F-46C3-9F25-CC4BB8D04C9C}" destId="{A82B3385-94FA-4EE0-AE38-88F6950A14C5}" srcOrd="0" destOrd="0" presId="urn:microsoft.com/office/officeart/2005/8/layout/pyramid2"/>
    <dgm:cxn modelId="{BEF597D2-BC54-4146-99BD-6C67332D8F32}" srcId="{DA2A04B2-8E7F-46C3-9F25-CC4BB8D04C9C}" destId="{A887B649-B67D-4B51-A3EE-3D4A9E1702E5}" srcOrd="0" destOrd="0" parTransId="{B3232652-663D-4DF9-B5E8-2ADD61B14DC0}" sibTransId="{6220E595-5ADA-4CB2-8F76-C1272692EA2E}"/>
    <dgm:cxn modelId="{259257E3-32B7-4A7F-91FE-4538C119F7C5}" type="presParOf" srcId="{A82B3385-94FA-4EE0-AE38-88F6950A14C5}" destId="{321A6C67-3F14-41A6-85F9-8F620BD2FF9D}" srcOrd="0" destOrd="0" presId="urn:microsoft.com/office/officeart/2005/8/layout/pyramid2"/>
    <dgm:cxn modelId="{5E7DF794-B56E-4AA2-90F2-2FED3795DA58}" type="presParOf" srcId="{A82B3385-94FA-4EE0-AE38-88F6950A14C5}" destId="{A47B1E3F-65A4-450D-AF28-019F41B0B1D7}" srcOrd="1" destOrd="0" presId="urn:microsoft.com/office/officeart/2005/8/layout/pyramid2"/>
    <dgm:cxn modelId="{A59D4ECF-EFBA-479A-B7C1-2E52AE072CFF}" type="presParOf" srcId="{A47B1E3F-65A4-450D-AF28-019F41B0B1D7}" destId="{7049040B-131A-4B35-B9B9-BA9E1FF92F36}" srcOrd="0" destOrd="0" presId="urn:microsoft.com/office/officeart/2005/8/layout/pyramid2"/>
    <dgm:cxn modelId="{97E9CF02-7BA0-4983-BE5A-570E3C983F09}" type="presParOf" srcId="{A47B1E3F-65A4-450D-AF28-019F41B0B1D7}" destId="{06FEB528-2D29-4882-A871-BE782199A075}" srcOrd="1" destOrd="0" presId="urn:microsoft.com/office/officeart/2005/8/layout/pyramid2"/>
    <dgm:cxn modelId="{A6AEF8C7-CC0D-4C19-9A2B-38DC13DE5D32}" type="presParOf" srcId="{A47B1E3F-65A4-450D-AF28-019F41B0B1D7}" destId="{AB7E0E10-A1C9-41B0-A18C-DB504D097023}" srcOrd="2" destOrd="0" presId="urn:microsoft.com/office/officeart/2005/8/layout/pyramid2"/>
    <dgm:cxn modelId="{53A42CD5-379E-4B85-B409-06DE2777DAB0}" type="presParOf" srcId="{A47B1E3F-65A4-450D-AF28-019F41B0B1D7}" destId="{50E19294-359A-46D2-94EA-18087EDFAD25}" srcOrd="3" destOrd="0" presId="urn:microsoft.com/office/officeart/2005/8/layout/pyramid2"/>
    <dgm:cxn modelId="{65C08824-F909-4FCB-BDA0-939BFE99F1CB}" type="presParOf" srcId="{A47B1E3F-65A4-450D-AF28-019F41B0B1D7}" destId="{E7934509-D85E-4B7A-9944-8F1FDD77B1E6}" srcOrd="4" destOrd="0" presId="urn:microsoft.com/office/officeart/2005/8/layout/pyramid2"/>
    <dgm:cxn modelId="{D9C2EC49-AAC1-404D-8BEE-210676D58417}" type="presParOf" srcId="{A47B1E3F-65A4-450D-AF28-019F41B0B1D7}" destId="{BCC1E851-AC7C-4599-B62E-130CDA52E872}" srcOrd="5" destOrd="0" presId="urn:microsoft.com/office/officeart/2005/8/layout/pyramid2"/>
    <dgm:cxn modelId="{B38B9C81-13CB-44A0-9724-A2392ACB9792}" type="presParOf" srcId="{A47B1E3F-65A4-450D-AF28-019F41B0B1D7}" destId="{373930AF-80B7-4762-9E38-9BD470E1DA93}" srcOrd="6" destOrd="0" presId="urn:microsoft.com/office/officeart/2005/8/layout/pyramid2"/>
    <dgm:cxn modelId="{860679FB-370C-4891-A25D-268D57810720}" type="presParOf" srcId="{A47B1E3F-65A4-450D-AF28-019F41B0B1D7}" destId="{D4128D9D-17DE-4CCD-9DA7-2FD33CEBE311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97DC3-7D36-4C5B-B320-C7665E74D639}">
      <dsp:nvSpPr>
        <dsp:cNvPr id="0" name=""/>
        <dsp:cNvSpPr/>
      </dsp:nvSpPr>
      <dsp:spPr>
        <a:xfrm>
          <a:off x="0" y="238237"/>
          <a:ext cx="669674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867659-6774-46E0-96B1-713275D52440}">
      <dsp:nvSpPr>
        <dsp:cNvPr id="0" name=""/>
        <dsp:cNvSpPr/>
      </dsp:nvSpPr>
      <dsp:spPr>
        <a:xfrm>
          <a:off x="334837" y="43263"/>
          <a:ext cx="4706846" cy="416373"/>
        </a:xfrm>
        <a:prstGeom prst="roundRect">
          <a:avLst/>
        </a:prstGeom>
        <a:solidFill>
          <a:srgbClr val="99FFCC"/>
        </a:solidFill>
        <a:ln w="25400" cap="flat" cmpd="sng" algn="ctr">
          <a:solidFill>
            <a:srgbClr val="C0C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185" tIns="0" rIns="17718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2004-2007 Started as Informal Channel Partner for Becker GmbH and </a:t>
          </a:r>
          <a:r>
            <a:rPr lang="en-US" sz="1200" b="1" kern="1200" dirty="0" err="1">
              <a:solidFill>
                <a:schemeClr val="tx1"/>
              </a:solidFill>
            </a:rPr>
            <a:t>hhs</a:t>
          </a:r>
          <a:r>
            <a:rPr lang="en-US" sz="1200" b="1" kern="1200" dirty="0">
              <a:solidFill>
                <a:schemeClr val="tx1"/>
              </a:solidFill>
            </a:rPr>
            <a:t> GmbH  </a:t>
          </a:r>
        </a:p>
      </dsp:txBody>
      <dsp:txXfrm>
        <a:off x="355163" y="63589"/>
        <a:ext cx="4666194" cy="375721"/>
      </dsp:txXfrm>
    </dsp:sp>
    <dsp:sp modelId="{BE23098B-A7C8-4C7E-934A-F21BB4C832EB}">
      <dsp:nvSpPr>
        <dsp:cNvPr id="0" name=""/>
        <dsp:cNvSpPr/>
      </dsp:nvSpPr>
      <dsp:spPr>
        <a:xfrm>
          <a:off x="0" y="918637"/>
          <a:ext cx="669674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2D9116-D7DB-45D2-B079-0502A0732953}">
      <dsp:nvSpPr>
        <dsp:cNvPr id="0" name=""/>
        <dsp:cNvSpPr/>
      </dsp:nvSpPr>
      <dsp:spPr>
        <a:xfrm>
          <a:off x="334837" y="697237"/>
          <a:ext cx="4687720" cy="442800"/>
        </a:xfrm>
        <a:prstGeom prst="roundRect">
          <a:avLst/>
        </a:prstGeom>
        <a:solidFill>
          <a:srgbClr val="99FFC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185" tIns="0" rIns="17718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2007 We form joint venture company with </a:t>
          </a:r>
          <a:r>
            <a:rPr lang="en-US" sz="1200" b="1" kern="1200" dirty="0" err="1">
              <a:solidFill>
                <a:schemeClr val="tx1"/>
              </a:solidFill>
            </a:rPr>
            <a:t>hhs</a:t>
          </a:r>
          <a:r>
            <a:rPr lang="en-US" sz="1200" b="1" kern="1200" dirty="0">
              <a:solidFill>
                <a:schemeClr val="tx1"/>
              </a:solidFill>
            </a:rPr>
            <a:t> </a:t>
          </a:r>
        </a:p>
      </dsp:txBody>
      <dsp:txXfrm>
        <a:off x="356453" y="718853"/>
        <a:ext cx="4644488" cy="399568"/>
      </dsp:txXfrm>
    </dsp:sp>
    <dsp:sp modelId="{629A679A-15F0-45EB-8D39-97004998EE34}">
      <dsp:nvSpPr>
        <dsp:cNvPr id="0" name=""/>
        <dsp:cNvSpPr/>
      </dsp:nvSpPr>
      <dsp:spPr>
        <a:xfrm>
          <a:off x="0" y="1484135"/>
          <a:ext cx="669674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BCE2F2-5046-4D8D-90AB-8CBF789597E4}">
      <dsp:nvSpPr>
        <dsp:cNvPr id="0" name=""/>
        <dsp:cNvSpPr/>
      </dsp:nvSpPr>
      <dsp:spPr>
        <a:xfrm>
          <a:off x="334837" y="1377637"/>
          <a:ext cx="4783397" cy="327897"/>
        </a:xfrm>
        <a:prstGeom prst="roundRect">
          <a:avLst/>
        </a:prstGeom>
        <a:solidFill>
          <a:srgbClr val="99FFC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185" tIns="0" rIns="17718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2008 Baumer Group takes over the joint venture company and appoints our key staff  as the top managers </a:t>
          </a:r>
        </a:p>
      </dsp:txBody>
      <dsp:txXfrm>
        <a:off x="350844" y="1393644"/>
        <a:ext cx="4751383" cy="295883"/>
      </dsp:txXfrm>
    </dsp:sp>
    <dsp:sp modelId="{DAF19928-CEDE-4325-AF43-602282656F02}">
      <dsp:nvSpPr>
        <dsp:cNvPr id="0" name=""/>
        <dsp:cNvSpPr/>
      </dsp:nvSpPr>
      <dsp:spPr>
        <a:xfrm>
          <a:off x="0" y="2164535"/>
          <a:ext cx="669674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52E57B-2D5D-448D-AFF1-BB46DB6DEC36}">
      <dsp:nvSpPr>
        <dsp:cNvPr id="0" name=""/>
        <dsp:cNvSpPr/>
      </dsp:nvSpPr>
      <dsp:spPr>
        <a:xfrm>
          <a:off x="334837" y="1943135"/>
          <a:ext cx="4687720" cy="442800"/>
        </a:xfrm>
        <a:prstGeom prst="roundRect">
          <a:avLst/>
        </a:prstGeom>
        <a:solidFill>
          <a:srgbClr val="99FFC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185" tIns="0" rIns="17718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2008 Becker appoints Upbringing as exclusive distributor for the Indian subcontinent </a:t>
          </a:r>
        </a:p>
      </dsp:txBody>
      <dsp:txXfrm>
        <a:off x="356453" y="1964751"/>
        <a:ext cx="4644488" cy="399568"/>
      </dsp:txXfrm>
    </dsp:sp>
    <dsp:sp modelId="{75FBD6A7-88C2-4F95-AF0D-BD07B95681F5}">
      <dsp:nvSpPr>
        <dsp:cNvPr id="0" name=""/>
        <dsp:cNvSpPr/>
      </dsp:nvSpPr>
      <dsp:spPr>
        <a:xfrm>
          <a:off x="0" y="2844935"/>
          <a:ext cx="669674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C31B92-058C-4579-9E14-B72DE8E450B6}">
      <dsp:nvSpPr>
        <dsp:cNvPr id="0" name=""/>
        <dsp:cNvSpPr/>
      </dsp:nvSpPr>
      <dsp:spPr>
        <a:xfrm>
          <a:off x="334837" y="2623535"/>
          <a:ext cx="4687720" cy="442800"/>
        </a:xfrm>
        <a:prstGeom prst="roundRect">
          <a:avLst/>
        </a:prstGeom>
        <a:solidFill>
          <a:srgbClr val="99FFC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185" tIns="0" rIns="17718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2010  Upbringing starts sale of </a:t>
          </a:r>
          <a:r>
            <a:rPr lang="en-US" sz="1200" b="1" kern="1200" dirty="0" err="1">
              <a:solidFill>
                <a:schemeClr val="tx1"/>
              </a:solidFill>
            </a:rPr>
            <a:t>Fipa</a:t>
          </a:r>
          <a:r>
            <a:rPr lang="en-US" sz="1200" b="1" kern="1200" dirty="0">
              <a:solidFill>
                <a:schemeClr val="tx1"/>
              </a:solidFill>
            </a:rPr>
            <a:t> GmbH products</a:t>
          </a:r>
          <a:r>
            <a:rPr lang="en-US" sz="1100" kern="1200" dirty="0">
              <a:solidFill>
                <a:schemeClr val="tx1"/>
              </a:solidFill>
            </a:rPr>
            <a:t> </a:t>
          </a:r>
        </a:p>
      </dsp:txBody>
      <dsp:txXfrm>
        <a:off x="356453" y="2645151"/>
        <a:ext cx="4644488" cy="399568"/>
      </dsp:txXfrm>
    </dsp:sp>
    <dsp:sp modelId="{0167A439-4828-48BE-820E-F70303E69F4F}">
      <dsp:nvSpPr>
        <dsp:cNvPr id="0" name=""/>
        <dsp:cNvSpPr/>
      </dsp:nvSpPr>
      <dsp:spPr>
        <a:xfrm>
          <a:off x="0" y="3525335"/>
          <a:ext cx="669674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FF8C92-C163-4413-AFE9-E8EA3F2477FC}">
      <dsp:nvSpPr>
        <dsp:cNvPr id="0" name=""/>
        <dsp:cNvSpPr/>
      </dsp:nvSpPr>
      <dsp:spPr>
        <a:xfrm>
          <a:off x="342411" y="3310236"/>
          <a:ext cx="4687720" cy="442800"/>
        </a:xfrm>
        <a:prstGeom prst="roundRect">
          <a:avLst/>
        </a:prstGeom>
        <a:solidFill>
          <a:srgbClr val="99FFC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185" tIns="0" rIns="177185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2021 We form a joint venture  company with Optrel AG in Switzerland by name Optrel India Private </a:t>
          </a:r>
          <a:r>
            <a:rPr lang="en-US" sz="1200" b="1" kern="1200" dirty="0" err="1">
              <a:solidFill>
                <a:schemeClr val="tx1"/>
              </a:solidFill>
            </a:rPr>
            <a:t>Limied</a:t>
          </a:r>
          <a:r>
            <a:rPr lang="en-US" sz="1200" b="1" kern="1200" dirty="0">
              <a:solidFill>
                <a:schemeClr val="tx1"/>
              </a:solidFill>
            </a:rPr>
            <a:t> with separate management team </a:t>
          </a:r>
        </a:p>
      </dsp:txBody>
      <dsp:txXfrm>
        <a:off x="364027" y="3331852"/>
        <a:ext cx="4644488" cy="399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0C435B-D132-48CA-A665-31F2C558C99E}">
      <dsp:nvSpPr>
        <dsp:cNvPr id="0" name=""/>
        <dsp:cNvSpPr/>
      </dsp:nvSpPr>
      <dsp:spPr>
        <a:xfrm>
          <a:off x="2070" y="0"/>
          <a:ext cx="2169804" cy="4197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FF0000"/>
              </a:solidFill>
            </a:rPr>
            <a:t>Leadership</a:t>
          </a:r>
        </a:p>
      </dsp:txBody>
      <dsp:txXfrm>
        <a:off x="2070" y="1678880"/>
        <a:ext cx="2169804" cy="1678880"/>
      </dsp:txXfrm>
    </dsp:sp>
    <dsp:sp modelId="{5CE4C4B8-7C08-4B66-8863-678E78D19F6E}">
      <dsp:nvSpPr>
        <dsp:cNvPr id="0" name=""/>
        <dsp:cNvSpPr/>
      </dsp:nvSpPr>
      <dsp:spPr>
        <a:xfrm>
          <a:off x="378718" y="317746"/>
          <a:ext cx="1397667" cy="139766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5000" r="-5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025E47-E43B-4049-9EF3-759CCC7F8393}">
      <dsp:nvSpPr>
        <dsp:cNvPr id="0" name=""/>
        <dsp:cNvSpPr/>
      </dsp:nvSpPr>
      <dsp:spPr>
        <a:xfrm>
          <a:off x="2236968" y="0"/>
          <a:ext cx="2169804" cy="4197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>
              <a:solidFill>
                <a:srgbClr val="00B050"/>
              </a:solidFill>
            </a:rPr>
            <a:t>Entreprenuership</a:t>
          </a:r>
          <a:r>
            <a:rPr lang="en-US" sz="1800" kern="1200" dirty="0"/>
            <a:t> </a:t>
          </a:r>
        </a:p>
      </dsp:txBody>
      <dsp:txXfrm>
        <a:off x="2236968" y="1678880"/>
        <a:ext cx="2169804" cy="1678880"/>
      </dsp:txXfrm>
    </dsp:sp>
    <dsp:sp modelId="{4E301DC9-FB03-4081-A215-51D532BE8775}">
      <dsp:nvSpPr>
        <dsp:cNvPr id="0" name=""/>
        <dsp:cNvSpPr/>
      </dsp:nvSpPr>
      <dsp:spPr>
        <a:xfrm>
          <a:off x="2623036" y="251832"/>
          <a:ext cx="1397667" cy="1397667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0B58EB-5699-439E-AB38-7F730C9EE618}">
      <dsp:nvSpPr>
        <dsp:cNvPr id="0" name=""/>
        <dsp:cNvSpPr/>
      </dsp:nvSpPr>
      <dsp:spPr>
        <a:xfrm>
          <a:off x="4471867" y="0"/>
          <a:ext cx="2169804" cy="4197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00B0F0"/>
              </a:solidFill>
            </a:rPr>
            <a:t>Market Brand Build up </a:t>
          </a:r>
        </a:p>
      </dsp:txBody>
      <dsp:txXfrm>
        <a:off x="4471867" y="1678880"/>
        <a:ext cx="2169804" cy="1678880"/>
      </dsp:txXfrm>
    </dsp:sp>
    <dsp:sp modelId="{CB764050-6C69-47FD-B87F-F8748CB9B81B}">
      <dsp:nvSpPr>
        <dsp:cNvPr id="0" name=""/>
        <dsp:cNvSpPr/>
      </dsp:nvSpPr>
      <dsp:spPr>
        <a:xfrm>
          <a:off x="4857935" y="251832"/>
          <a:ext cx="1397667" cy="1397667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2000" r="-2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3A32AA-D5ED-4A5D-B473-7DED98C1FC1E}">
      <dsp:nvSpPr>
        <dsp:cNvPr id="0" name=""/>
        <dsp:cNvSpPr/>
      </dsp:nvSpPr>
      <dsp:spPr>
        <a:xfrm>
          <a:off x="6706765" y="0"/>
          <a:ext cx="2169804" cy="4197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99"/>
              </a:solidFill>
            </a:rPr>
            <a:t>Introduction of Premium European products </a:t>
          </a:r>
        </a:p>
      </dsp:txBody>
      <dsp:txXfrm>
        <a:off x="6706765" y="1678880"/>
        <a:ext cx="2169804" cy="1678880"/>
      </dsp:txXfrm>
    </dsp:sp>
    <dsp:sp modelId="{9F2B9CCE-10D2-46F7-B93A-E43B74F22F65}">
      <dsp:nvSpPr>
        <dsp:cNvPr id="0" name=""/>
        <dsp:cNvSpPr/>
      </dsp:nvSpPr>
      <dsp:spPr>
        <a:xfrm>
          <a:off x="7092833" y="251832"/>
          <a:ext cx="1397667" cy="1397667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B91EC7-2706-4114-84CA-08BC6FA23464}">
      <dsp:nvSpPr>
        <dsp:cNvPr id="0" name=""/>
        <dsp:cNvSpPr/>
      </dsp:nvSpPr>
      <dsp:spPr>
        <a:xfrm>
          <a:off x="355145" y="3357760"/>
          <a:ext cx="8168348" cy="629580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A9EF1B-FCFD-4765-A94F-6677C6B9B1B3}">
      <dsp:nvSpPr>
        <dsp:cNvPr id="0" name=""/>
        <dsp:cNvSpPr/>
      </dsp:nvSpPr>
      <dsp:spPr>
        <a:xfrm>
          <a:off x="0" y="209285"/>
          <a:ext cx="2182742" cy="13096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</a:rPr>
            <a:t>Quick Launch and Introduction </a:t>
          </a:r>
        </a:p>
      </dsp:txBody>
      <dsp:txXfrm>
        <a:off x="0" y="209285"/>
        <a:ext cx="2182742" cy="1309645"/>
      </dsp:txXfrm>
    </dsp:sp>
    <dsp:sp modelId="{243A916C-1852-4E38-804A-6D47405D323E}">
      <dsp:nvSpPr>
        <dsp:cNvPr id="0" name=""/>
        <dsp:cNvSpPr/>
      </dsp:nvSpPr>
      <dsp:spPr>
        <a:xfrm>
          <a:off x="2401016" y="209285"/>
          <a:ext cx="2182742" cy="13096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</a:rPr>
            <a:t>Experienced Team of Technical and Management Personnel having exposure to European way of Working </a:t>
          </a:r>
        </a:p>
      </dsp:txBody>
      <dsp:txXfrm>
        <a:off x="2401016" y="209285"/>
        <a:ext cx="2182742" cy="1309645"/>
      </dsp:txXfrm>
    </dsp:sp>
    <dsp:sp modelId="{704C1060-5473-44E7-A0C8-31BC9ED47F62}">
      <dsp:nvSpPr>
        <dsp:cNvPr id="0" name=""/>
        <dsp:cNvSpPr/>
      </dsp:nvSpPr>
      <dsp:spPr>
        <a:xfrm>
          <a:off x="4802033" y="209285"/>
          <a:ext cx="2182742" cy="13096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</a:rPr>
            <a:t>Promoters with deep knowledge of Indian Customer and Markets </a:t>
          </a:r>
        </a:p>
      </dsp:txBody>
      <dsp:txXfrm>
        <a:off x="4802033" y="209285"/>
        <a:ext cx="2182742" cy="1309645"/>
      </dsp:txXfrm>
    </dsp:sp>
    <dsp:sp modelId="{81881F3F-3538-483E-87D9-A5D57ABE4050}">
      <dsp:nvSpPr>
        <dsp:cNvPr id="0" name=""/>
        <dsp:cNvSpPr/>
      </dsp:nvSpPr>
      <dsp:spPr>
        <a:xfrm>
          <a:off x="1200508" y="1737205"/>
          <a:ext cx="2182742" cy="13096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</a:rPr>
            <a:t>More than 3 decades of working closely with the Swiss and German Companies </a:t>
          </a:r>
        </a:p>
      </dsp:txBody>
      <dsp:txXfrm>
        <a:off x="1200508" y="1737205"/>
        <a:ext cx="2182742" cy="1309645"/>
      </dsp:txXfrm>
    </dsp:sp>
    <dsp:sp modelId="{E2AA9A3B-10FF-4AFE-91BD-1F55BB76AB38}">
      <dsp:nvSpPr>
        <dsp:cNvPr id="0" name=""/>
        <dsp:cNvSpPr/>
      </dsp:nvSpPr>
      <dsp:spPr>
        <a:xfrm>
          <a:off x="3601525" y="1737205"/>
          <a:ext cx="2182742" cy="13096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</a:rPr>
            <a:t>Ready Sales, Technical Support and Warehousing Infrastructure </a:t>
          </a:r>
        </a:p>
      </dsp:txBody>
      <dsp:txXfrm>
        <a:off x="3601525" y="1737205"/>
        <a:ext cx="2182742" cy="13096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FE1CDB-5345-4E51-B020-945BFFEAB7EB}">
      <dsp:nvSpPr>
        <dsp:cNvPr id="0" name=""/>
        <dsp:cNvSpPr/>
      </dsp:nvSpPr>
      <dsp:spPr>
        <a:xfrm>
          <a:off x="0" y="279124"/>
          <a:ext cx="6336703" cy="191181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C8C7C6-5B28-468A-BCE6-CE99DB9E37F0}">
      <dsp:nvSpPr>
        <dsp:cNvPr id="0" name=""/>
        <dsp:cNvSpPr/>
      </dsp:nvSpPr>
      <dsp:spPr>
        <a:xfrm>
          <a:off x="192877" y="180095"/>
          <a:ext cx="2214174" cy="161536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582517-EA7E-4FB7-BD71-E441711D8C4A}">
      <dsp:nvSpPr>
        <dsp:cNvPr id="0" name=""/>
        <dsp:cNvSpPr/>
      </dsp:nvSpPr>
      <dsp:spPr>
        <a:xfrm rot="10800000">
          <a:off x="377644" y="1994016"/>
          <a:ext cx="1815800" cy="2209171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Industries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/>
              </a:solidFill>
            </a:rPr>
            <a:t>Power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/>
              </a:solidFill>
            </a:rPr>
            <a:t>Paper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/>
              </a:solidFill>
            </a:rPr>
            <a:t>Packaging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>
              <a:solidFill>
                <a:schemeClr val="tx1"/>
              </a:solidFill>
            </a:rPr>
            <a:t>Raiway</a:t>
          </a:r>
          <a:endParaRPr lang="en-US" sz="1000" kern="1200" dirty="0">
            <a:solidFill>
              <a:schemeClr val="tx1"/>
            </a:solidFill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/>
              </a:solidFill>
            </a:rPr>
            <a:t>Steel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/>
              </a:solidFill>
            </a:rPr>
            <a:t>Wood working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/>
              </a:solidFill>
            </a:rPr>
            <a:t>Shipping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/>
              </a:solidFill>
            </a:rPr>
            <a:t>Pharmaceuticals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/>
              </a:solidFill>
            </a:rPr>
            <a:t>Chemicals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/>
              </a:solidFill>
            </a:rPr>
            <a:t>Dairy and Food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/>
              </a:solidFill>
            </a:rPr>
            <a:t>Steel and Metal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/>
              </a:solidFill>
            </a:rPr>
            <a:t> </a:t>
          </a:r>
        </a:p>
      </dsp:txBody>
      <dsp:txXfrm rot="10800000">
        <a:off x="433486" y="1994016"/>
        <a:ext cx="1704116" cy="2153329"/>
      </dsp:txXfrm>
    </dsp:sp>
    <dsp:sp modelId="{9DEED200-DA0A-4C50-A565-91A78C14FD68}">
      <dsp:nvSpPr>
        <dsp:cNvPr id="0" name=""/>
        <dsp:cNvSpPr/>
      </dsp:nvSpPr>
      <dsp:spPr>
        <a:xfrm>
          <a:off x="2576905" y="254908"/>
          <a:ext cx="1698533" cy="140199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2000" r="-5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6FF584-C8E4-4060-BF34-CCD2E6B2FF0D}">
      <dsp:nvSpPr>
        <dsp:cNvPr id="0" name=""/>
        <dsp:cNvSpPr/>
      </dsp:nvSpPr>
      <dsp:spPr>
        <a:xfrm rot="10800000">
          <a:off x="2576905" y="1911812"/>
          <a:ext cx="1698533" cy="2336659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Technologies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Nuclear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Pneumatic Transfer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Pick and Place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Material </a:t>
          </a:r>
          <a:r>
            <a:rPr lang="en-US" sz="1200" kern="1200" dirty="0" err="1">
              <a:solidFill>
                <a:schemeClr val="tx1"/>
              </a:solidFill>
            </a:rPr>
            <a:t>Handliing</a:t>
          </a:r>
          <a:endParaRPr lang="en-US" sz="1200" kern="1200" dirty="0">
            <a:solidFill>
              <a:schemeClr val="tx1"/>
            </a:solidFill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Process Industries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Drying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Effluent Treatment 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solidFill>
              <a:schemeClr val="tx1"/>
            </a:solidFill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</a:t>
          </a:r>
        </a:p>
      </dsp:txBody>
      <dsp:txXfrm rot="10800000">
        <a:off x="2629141" y="1911812"/>
        <a:ext cx="1594061" cy="2284423"/>
      </dsp:txXfrm>
    </dsp:sp>
    <dsp:sp modelId="{68698942-5FF6-4CEB-A3F4-8D2CAAD6939C}">
      <dsp:nvSpPr>
        <dsp:cNvPr id="0" name=""/>
        <dsp:cNvSpPr/>
      </dsp:nvSpPr>
      <dsp:spPr>
        <a:xfrm>
          <a:off x="4445292" y="254908"/>
          <a:ext cx="1698533" cy="140199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97BE34-3054-4F4A-9213-224EFC4898AD}">
      <dsp:nvSpPr>
        <dsp:cNvPr id="0" name=""/>
        <dsp:cNvSpPr/>
      </dsp:nvSpPr>
      <dsp:spPr>
        <a:xfrm rot="10800000">
          <a:off x="4445292" y="1911812"/>
          <a:ext cx="1698533" cy="2336659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Markets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Government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Consumer 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Defense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Private Industries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</a:rPr>
            <a:t>Healthcare </a:t>
          </a:r>
          <a:r>
            <a:rPr lang="en-US" sz="1600" kern="1200" dirty="0">
              <a:solidFill>
                <a:schemeClr val="tx1"/>
              </a:solidFill>
            </a:rPr>
            <a:t>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 </a:t>
          </a:r>
        </a:p>
      </dsp:txBody>
      <dsp:txXfrm rot="10800000">
        <a:off x="4497528" y="1911812"/>
        <a:ext cx="1594061" cy="22844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A6C67-3F14-41A6-85F9-8F620BD2FF9D}">
      <dsp:nvSpPr>
        <dsp:cNvPr id="0" name=""/>
        <dsp:cNvSpPr/>
      </dsp:nvSpPr>
      <dsp:spPr>
        <a:xfrm>
          <a:off x="995510" y="0"/>
          <a:ext cx="3528392" cy="3528392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9040B-131A-4B35-B9B9-BA9E1FF92F36}">
      <dsp:nvSpPr>
        <dsp:cNvPr id="0" name=""/>
        <dsp:cNvSpPr/>
      </dsp:nvSpPr>
      <dsp:spPr>
        <a:xfrm>
          <a:off x="2759706" y="353183"/>
          <a:ext cx="2293454" cy="62711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Exclusive Agency and Distributorship </a:t>
          </a:r>
        </a:p>
      </dsp:txBody>
      <dsp:txXfrm>
        <a:off x="2790319" y="383796"/>
        <a:ext cx="2232228" cy="565890"/>
      </dsp:txXfrm>
    </dsp:sp>
    <dsp:sp modelId="{AB7E0E10-A1C9-41B0-A18C-DB504D097023}">
      <dsp:nvSpPr>
        <dsp:cNvPr id="0" name=""/>
        <dsp:cNvSpPr/>
      </dsp:nvSpPr>
      <dsp:spPr>
        <a:xfrm>
          <a:off x="2759706" y="1058689"/>
          <a:ext cx="2293454" cy="62711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Joint Venture with Minority or Majority </a:t>
          </a:r>
        </a:p>
      </dsp:txBody>
      <dsp:txXfrm>
        <a:off x="2790319" y="1089302"/>
        <a:ext cx="2232228" cy="565890"/>
      </dsp:txXfrm>
    </dsp:sp>
    <dsp:sp modelId="{E7934509-D85E-4B7A-9944-8F1FDD77B1E6}">
      <dsp:nvSpPr>
        <dsp:cNvPr id="0" name=""/>
        <dsp:cNvSpPr/>
      </dsp:nvSpPr>
      <dsp:spPr>
        <a:xfrm>
          <a:off x="2759706" y="1764196"/>
          <a:ext cx="2293454" cy="62711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Assist you in forming a local subsidiary</a:t>
          </a:r>
        </a:p>
      </dsp:txBody>
      <dsp:txXfrm>
        <a:off x="2790319" y="1794809"/>
        <a:ext cx="2232228" cy="565890"/>
      </dsp:txXfrm>
    </dsp:sp>
    <dsp:sp modelId="{373930AF-80B7-4762-9E38-9BD470E1DA93}">
      <dsp:nvSpPr>
        <dsp:cNvPr id="0" name=""/>
        <dsp:cNvSpPr/>
      </dsp:nvSpPr>
      <dsp:spPr>
        <a:xfrm>
          <a:off x="2759706" y="2469702"/>
          <a:ext cx="2293454" cy="62711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Form a company to be eventually handed over to you when the business pick up volume </a:t>
          </a:r>
        </a:p>
      </dsp:txBody>
      <dsp:txXfrm>
        <a:off x="2790319" y="2500315"/>
        <a:ext cx="2232228" cy="565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>
            <a:extLst>
              <a:ext uri="{FF2B5EF4-FFF2-40B4-BE49-F238E27FC236}">
                <a16:creationId xmlns:a16="http://schemas.microsoft.com/office/drawing/2014/main" id="{08FFF7FF-CAA8-40FD-A54F-3B701F06022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6988" y="0"/>
            <a:ext cx="29337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59" tIns="46580" rIns="93159" bIns="46580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59F494D4-A2B5-4FE4-A9B2-2A50C13D04D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6988" y="9407525"/>
            <a:ext cx="29337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59" tIns="46580" rIns="93159" bIns="46580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49A6AF56-DB1D-43CD-A473-4385BEDE19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6D38973-428E-49BD-939F-7DBA79B9819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37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59" tIns="46580" rIns="93159" bIns="46580" numCol="1" anchor="t" anchorCtr="0" compatLnSpc="1">
            <a:prstTxWarp prst="textNoShape">
              <a:avLst/>
            </a:prstTxWarp>
          </a:bodyPr>
          <a:lstStyle>
            <a:lvl1pPr algn="l" defTabSz="931863" eaLnBrk="1" hangingPunct="1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EE6E5E36-5645-4D2C-A76C-5FFCC861D19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36988" y="0"/>
            <a:ext cx="29337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59" tIns="46580" rIns="93159" bIns="46580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C468142C-BF6B-5620-AD07-E3464892B04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9638" y="742950"/>
            <a:ext cx="4949825" cy="37131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E60061B6-A318-4FF7-A450-101BC0E0A38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3288" y="4703763"/>
            <a:ext cx="4964112" cy="44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59" tIns="46580" rIns="93159" bIns="46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6B999DA7-82DB-4D83-B830-74D2F18915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07525"/>
            <a:ext cx="29337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59" tIns="46580" rIns="93159" bIns="46580" numCol="1" anchor="b" anchorCtr="0" compatLnSpc="1">
            <a:prstTxWarp prst="textNoShape">
              <a:avLst/>
            </a:prstTxWarp>
          </a:bodyPr>
          <a:lstStyle>
            <a:lvl1pPr algn="l" defTabSz="931863" eaLnBrk="1" hangingPunct="1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1CC91162-DEAD-46EC-9F18-361AA7D612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6988" y="9407525"/>
            <a:ext cx="29337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59" tIns="46580" rIns="93159" bIns="46580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8E221616-215D-4071-BC18-B8AA82B9C47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4D9621A3-3DA1-CEDA-0D8A-D3B78678C3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D904F66-4071-4F7F-B5B4-1237C8D4F837}" type="slidenum">
              <a:rPr lang="en-US" altLang="zh-CN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B9362AF7-4A7A-1995-2546-F8DDDE4F2D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92175" y="725488"/>
            <a:ext cx="4989513" cy="3743325"/>
          </a:xfrm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903F000C-E45C-73DC-AD98-0C8A8DC90D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4700588"/>
            <a:ext cx="4972050" cy="4468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05097D19-C1F6-40AC-71F4-2A64E84A3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1666531-B4C4-495C-893F-174C5529EAC1}" type="slidenum">
              <a:rPr lang="en-US" altLang="zh-CN"/>
              <a:pPr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4B25526D-08FA-5B74-0CEF-197289757E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92175" y="725488"/>
            <a:ext cx="4989513" cy="3743325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3E3BABC9-6719-C621-9D88-CAD906FF4C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4700588"/>
            <a:ext cx="4972050" cy="4468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A07457A1-52C8-10A0-C956-3276BBDAA7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BECECD1-7199-4B0F-8C18-45E11087D74D}" type="slidenum">
              <a:rPr lang="en-US" altLang="zh-CN"/>
              <a:pPr>
                <a:spcBef>
                  <a:spcPct val="0"/>
                </a:spcBef>
              </a:pPr>
              <a:t>17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802193A6-81B0-2738-C8D9-6DC34DD37A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92175" y="725488"/>
            <a:ext cx="4989513" cy="3743325"/>
          </a:xfrm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FA172AD0-05F1-4694-2EC8-F2E2BEB5E5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4700588"/>
            <a:ext cx="4972050" cy="4468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82869CE1-D23F-84CA-E0CD-10E179A5B6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3F8DCF-1805-40F0-96FC-5F390DD71916}" type="slidenum">
              <a:rPr lang="en-US" altLang="zh-CN"/>
              <a:pPr>
                <a:spcBef>
                  <a:spcPct val="0"/>
                </a:spcBef>
              </a:pPr>
              <a:t>19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68517FEF-7E68-C5A5-AFDF-F31C3FF5E8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92175" y="725488"/>
            <a:ext cx="4989513" cy="3743325"/>
          </a:xfrm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155E2CC1-766A-ADB5-6DD6-FB0C665C1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4700588"/>
            <a:ext cx="4972050" cy="4468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339F6C6F-1C1D-1AE1-3C5E-7EECA80419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B20A493-F3CD-4510-8BB6-1F6B68C00B0F}" type="slidenum">
              <a:rPr lang="en-US" altLang="zh-CN"/>
              <a:pPr>
                <a:spcBef>
                  <a:spcPct val="0"/>
                </a:spcBef>
              </a:pPr>
              <a:t>20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930A4290-35E7-0B4D-5035-C4211A3EC2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3638" y="681038"/>
            <a:ext cx="4684712" cy="3513137"/>
          </a:xfrm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D8B545DD-ED42-C48A-8D62-54CCE57DFA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1663"/>
            <a:ext cx="5146675" cy="4194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1F2ABB09-050D-AAD0-72B3-09AF02A0B0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8AED5C8-EC13-4177-8585-17EC296600DF}" type="slidenum">
              <a:rPr lang="en-US" altLang="zh-CN"/>
              <a:pPr>
                <a:spcBef>
                  <a:spcPct val="0"/>
                </a:spcBef>
              </a:pPr>
              <a:t>21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62493FF9-D40D-9794-F1C7-D1F328191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3638" y="681038"/>
            <a:ext cx="4684712" cy="3513137"/>
          </a:xfrm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800D925A-6EEE-1D64-ACB5-DA32C2B0CA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1663"/>
            <a:ext cx="5146675" cy="4194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20099D5F-371F-A4AB-632B-41CA58BBA2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D763525-81CD-4233-B681-748DDF536FB1}" type="slidenum">
              <a:rPr lang="en-US" altLang="zh-CN"/>
              <a:pPr>
                <a:spcBef>
                  <a:spcPct val="0"/>
                </a:spcBef>
              </a:pPr>
              <a:t>22</a:t>
            </a:fld>
            <a:endParaRPr lang="en-US" altLang="zh-CN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EC893897-5E43-48ED-7AE5-E656409299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3638" y="681038"/>
            <a:ext cx="4684712" cy="3513137"/>
          </a:xfrm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A3CE9D01-4AC7-72BF-D4D0-BBB5C8A6AF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1663"/>
            <a:ext cx="5146675" cy="4194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A537175B-5A63-9093-E781-2A64365719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E8AF46A-D886-4005-A06C-0E1AD73D85C8}" type="slidenum">
              <a:rPr lang="en-US" altLang="zh-CN"/>
              <a:pPr>
                <a:spcBef>
                  <a:spcPct val="0"/>
                </a:spcBef>
              </a:pPr>
              <a:t>24</a:t>
            </a:fld>
            <a:endParaRPr lang="en-US" altLang="zh-CN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B9186FFA-F2C4-9802-8027-EF15BD357C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3638" y="681038"/>
            <a:ext cx="4684712" cy="3513137"/>
          </a:xfrm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49AB8B49-0B13-C02B-11BB-317B223F5E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1663"/>
            <a:ext cx="5146675" cy="4194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62BAF354-EDCA-6DD9-CFE5-20A47B85C3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D3AA18E-1265-4967-8DAC-6C4CEFFE37D2}" type="slidenum">
              <a:rPr lang="en-US" altLang="zh-CN"/>
              <a:pPr>
                <a:spcBef>
                  <a:spcPct val="0"/>
                </a:spcBef>
              </a:pPr>
              <a:t>25</a:t>
            </a:fld>
            <a:endParaRPr lang="en-US" altLang="zh-CN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67A365B1-3090-D904-E665-A9BA1E0840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3638" y="681038"/>
            <a:ext cx="4684712" cy="3513137"/>
          </a:xfrm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A3B56EFD-96EA-C951-A05E-B9E7D55501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1663"/>
            <a:ext cx="5146675" cy="4194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E19C91C7-6E43-9D6B-6DFB-30E3FDE1C7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04E03DC-742B-4FED-951D-9E2564992574}" type="slidenum">
              <a:rPr lang="en-US" altLang="zh-CN"/>
              <a:pPr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3F998983-3A8F-5E78-AF1C-5B98954AE5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3638" y="681038"/>
            <a:ext cx="4684712" cy="3513137"/>
          </a:xfrm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54B29D71-C348-F75D-E210-5420A8E9CF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1663"/>
            <a:ext cx="5146675" cy="4194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E2DC8A22-4809-E742-7808-D96D516826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F2A895C-9B66-4E9C-A3C4-CF41BEF20D47}" type="slidenum">
              <a:rPr lang="en-US" altLang="zh-CN"/>
              <a:pPr>
                <a:spcBef>
                  <a:spcPct val="0"/>
                </a:spcBef>
              </a:pPr>
              <a:t>27</a:t>
            </a:fld>
            <a:endParaRPr lang="en-US" altLang="zh-CN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39CA146D-659D-6559-BF0A-A5124A991E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3638" y="681038"/>
            <a:ext cx="4684712" cy="3513137"/>
          </a:xfrm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15D34837-0349-3E97-62CA-0FA5E1F9AC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1663"/>
            <a:ext cx="5146675" cy="4194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4F04091C-844A-0167-BC12-F0749A5FA4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802A7E5-C443-4312-AA5A-7E5C20652F18}" type="slidenum">
              <a:rPr lang="en-US" altLang="zh-CN"/>
              <a:pPr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72D15EE2-DE3D-97A7-AA6C-C6CB40AB96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3638" y="681038"/>
            <a:ext cx="4684712" cy="3513137"/>
          </a:xfrm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98A62326-92C2-8B1B-5800-E1430A484A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1663"/>
            <a:ext cx="5146675" cy="4194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6A818833-E1F0-A17F-33A0-CA4435CE69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4A96C90-E936-4279-9C0F-C82D49E717E2}" type="slidenum">
              <a:rPr lang="en-US" altLang="zh-CN"/>
              <a:pPr>
                <a:spcBef>
                  <a:spcPct val="0"/>
                </a:spcBef>
              </a:pPr>
              <a:t>29</a:t>
            </a:fld>
            <a:endParaRPr lang="en-US" altLang="zh-CN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7EEE8788-9747-3F5C-B229-375148A272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3638" y="681038"/>
            <a:ext cx="4684712" cy="3513137"/>
          </a:xfrm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3D846030-3367-E099-4E03-56499BACE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1663"/>
            <a:ext cx="5146675" cy="4194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2E83661F-EC8A-3F7A-2DDA-960F6EF27A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1863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90C433F-3C91-4A7B-92A0-AC8628D9DBF5}" type="slidenum">
              <a:rPr lang="en-US" altLang="zh-CN"/>
              <a:pPr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C3C8233B-6D1A-E483-B413-0D0484DC42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92175" y="725488"/>
            <a:ext cx="4989513" cy="3743325"/>
          </a:xfrm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DB388888-3F21-2AA4-678F-D77FEE9C64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4700588"/>
            <a:ext cx="4972050" cy="4468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becker-international.com/index.php?id=1" TargetMode="External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jpe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AB1FA-D41A-EA30-7092-A3ACD1A6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65E09-3DA7-4D41-A074-6515115BEF67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E82BE-FC21-CFE1-14FB-E638A54A9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102AF-795D-8BED-CD8D-312967097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25EDF3-D279-4797-B6F7-25FFF1FC89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9355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6BAF7-112D-F654-A8C1-4A19FB18E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C0E746-5111-44FF-B679-356953813365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CDA6A-2C3A-8A39-A0A1-04C836864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85B65-4F2D-1ADE-C82B-7ADEA06D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128DE3-3875-49A5-BC5D-1C25A1EAEA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3914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A8535-BB98-A08C-BBFF-AC0FBC30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3E876-BA69-41BC-9C36-95BD78290C38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9320-A10A-D732-AE8C-1E6A9C98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F0A57-8DAD-E45A-B41B-A12354DAA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4878AA-1FBE-465B-B442-6DADCF47D1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9565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FC80B0E-0232-2B2D-01EE-3CC1CB0B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27DBAF-3AFC-416A-90CD-78B48F8449BF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051676D-68FC-C7EB-C738-8D71AFCD5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C34D423-8F51-F2C8-D304-623173030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B578A6-7D66-46F8-A333-0AD78B18C3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499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A4452DD-91EA-2D76-B831-62E4A318B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37AB4F-9465-4040-BDD6-E9835FE4EABC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DB1EA9B-6CF2-EB5C-2047-0C20E2620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8874757-1E54-D47B-09B6-D5F5A5223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D0EC1D-A876-45C1-8815-02BE0992C6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8411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149873A-78AB-D161-A328-8E17AB2D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EEED6-F88F-48AF-9B4A-BA36B923C128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9B963F7-1AC5-6BD2-C41D-BE4F300D7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3B2D737-72AC-4264-6CC7-E9F8C9680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A71D1D-F753-44AC-807E-9E890EC67F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515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621D0DA-D4E4-ACDE-48C1-6B6F59A0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0AFA3C-8D36-400E-BB22-DA2BFF544A3E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8D2892B-2150-44B9-2827-C0D79CEFF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7AC7142-6019-B78F-8F3F-E1A56DD2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CB5A73-7C63-450F-A8CE-DEA97D6CEA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132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7EC3AE3-34C4-0F9A-6C65-5425DE7B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A4C51-0058-493C-92EA-EB643A172733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1D6A81-4FAB-3A6F-5177-A4309A16D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7319444-FC17-456F-A346-C3085AA5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C4E6F8-9B2F-4358-A28A-18C3F2CB1A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744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2819F2A-0162-165F-232D-4BBA72BF5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6E88C-165D-4670-9E2A-5A3EC35C3D72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7AB59BC-14BB-5A92-2756-CD888EE4F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F81E1B4-2315-B9C1-CD49-9A1E599C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D37108-5CC3-491C-AD58-947D278476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389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37189-2213-1482-2A39-2A8F5D0DE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15ABE-32C9-430E-96C8-ED66AAB4DB15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48E6C-A44F-B1A2-8B14-7ADAE2789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1A629-FCF2-BAD2-8E72-B49E9AC97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03FF6-84E6-48FF-958B-2DC3D30568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4564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A451D-09B7-D824-CAD1-D949F37EE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17B507-4486-4CA4-9489-1D02CDA8ECF9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4AB3C-E801-D2BD-728C-6884363D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4A5A7-67AF-C7E9-4635-7DC635105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AD0691-949F-4A08-B11B-BE4385CCB5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1562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0077BF5-B9F9-D6E2-AA03-FFEC30E834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1F640-EEA9-4CBA-A4D3-25D8DE73EBBC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5B5F71-8CA9-09F4-4BBB-B72D8FD566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E607A85-E982-568A-90F5-C2D60C8A9A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F0A13A-47F5-4E12-BE37-F03BEF73C7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8637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4AA7CB-1D60-3AB2-B8D9-78F539EF4A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BF5D8F-6AA7-461D-92FA-F901B955684C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B045A9-8FEC-8D44-984A-ED67FE6E4A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C9A973-2A11-41C5-E5FA-B335ECB7FD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119156-9322-4F6F-B24C-E14AFAB5AA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0940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3354DC-5733-38CA-C330-ECA6B5F9EE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68BC4-27BA-47BE-A249-BD82EF1C42AE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0D4EC9-3519-F9AC-6390-0DCB43526A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8044C0-0634-71FD-78DF-04864BBA50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03A6AF-25CF-4D7E-B50F-65A3D95332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8958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ED6A3D-B48E-C8ED-B7F5-B30E5AAB8C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0F5CE7-535D-4972-A9B3-50BAF9C92168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38EEAE-58A8-C02C-7494-41EB2B9DCF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720CFE-D82B-6C2A-695C-A92C025F08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A7F0B9-43BE-4597-BF23-C53EE52BD3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6906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EDD4735-10A0-56CF-13A5-E115A381CD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986987-2734-4483-AF34-588A955D9442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D021E22-F874-BB57-7882-06FC3F706E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0A09516-9E47-E761-0555-CAA7233651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250530-834E-4238-A3C5-74AEF6E3E6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3161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8F3DD6C-FFB4-DED5-D0B7-310EF65F09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F66C7-781B-4AE6-91B7-566E92AD5473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3ED7DEA-A283-2B6D-8515-D4BBED7D1C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59D2C70-0C3F-CDA0-696D-25BE76D290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1A3F5A-06BE-4E7C-BD99-CBF12B3649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1990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8D5EF3-5064-03BF-9827-3B4C1076680E}"/>
              </a:ext>
            </a:extLst>
          </p:cNvPr>
          <p:cNvSpPr/>
          <p:nvPr userDrawn="1"/>
        </p:nvSpPr>
        <p:spPr>
          <a:xfrm>
            <a:off x="0" y="6365875"/>
            <a:ext cx="9144000" cy="36036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/>
              <a:t>Leading Innovation</a:t>
            </a:r>
            <a:endParaRPr lang="en-IN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40B085-9CBA-91A4-8834-E532CC1DD0DF}"/>
              </a:ext>
            </a:extLst>
          </p:cNvPr>
          <p:cNvCxnSpPr/>
          <p:nvPr userDrawn="1"/>
        </p:nvCxnSpPr>
        <p:spPr>
          <a:xfrm>
            <a:off x="107950" y="952500"/>
            <a:ext cx="8928100" cy="0"/>
          </a:xfrm>
          <a:prstGeom prst="line">
            <a:avLst/>
          </a:prstGeom>
          <a:ln w="5080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2">
            <a:extLst>
              <a:ext uri="{FF2B5EF4-FFF2-40B4-BE49-F238E27FC236}">
                <a16:creationId xmlns:a16="http://schemas.microsoft.com/office/drawing/2014/main" id="{0B29F16F-4C22-B948-3B0D-46C26BE407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31913" y="263525"/>
            <a:ext cx="590550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indent="47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5000"/>
              </a:lnSpc>
              <a:spcBef>
                <a:spcPct val="0"/>
              </a:spcBef>
              <a:buFont typeface="Times" panose="02020603050405020304" pitchFamily="18" charset="0"/>
              <a:buNone/>
              <a:defRPr/>
            </a:pPr>
            <a:r>
              <a:rPr kumimoji="0" lang="en-CA" altLang="en-US" b="1" dirty="0">
                <a:latin typeface="Verdana" panose="020B0604030504040204" pitchFamily="34" charset="0"/>
              </a:rPr>
              <a:t>Upbringing Technologies</a:t>
            </a:r>
          </a:p>
        </p:txBody>
      </p:sp>
    </p:spTree>
    <p:extLst>
      <p:ext uri="{BB962C8B-B14F-4D97-AF65-F5344CB8AC3E}">
        <p14:creationId xmlns:p14="http://schemas.microsoft.com/office/powerpoint/2010/main" val="10616250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DBAC51-0B01-0F78-5B48-1441C9827E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009C9-F58D-4C33-81DA-9846957AD080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5BAF8D-99C3-F421-56CC-EC0CB21E71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2CA11F-6113-0683-42A9-4DD1F407BE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BCB123-7CC4-4192-AC47-5B03C1B63F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075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498821-91EC-4FAF-50C8-E314CA792D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A579B8-2BF1-494A-AA43-4A5286EA6FB3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5816C9-69D8-C163-A79C-E3179DBA11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E08157-61CA-47D9-B3B2-C3973E636C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5853EE-0C32-44EB-91D0-D0866A3958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19866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6EED52-E87F-C317-8D71-370C246C75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0E1D45-6701-425C-A359-13062BC0DBDA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DB20A9-EB43-2057-218E-F8CDDAEF62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D56788-2A1C-A71D-52F4-CA2D0A6AAF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F6D3B0-C248-43CC-95F8-001F02D7F4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56727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C8079C-A615-B760-B85E-2BCCFF3D87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C28822-6A10-4D09-BEA9-3D74334CE75F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E2CEBA-A4A0-969C-7BF7-EF8DB60DE5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5FDF51E-7502-ABFD-3734-FDF15D3A70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3E527E-E7C3-4963-B1A7-29CBC5DD22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77846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20994-9DCF-96C5-0D90-430972401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0B2505-79D1-4205-8F45-29956866EBF0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9FA7B-B81A-9642-59DF-C86F9AAE0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9680A-9031-5C77-0E2B-7A3E0C65B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1FB728-35A9-4FCF-A042-F1C0ABB22A1B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2006371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78E84-DD3F-6433-B727-4AEF2101E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E5CB77-15D1-44E2-8551-910CCE5F82E6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69321-6895-CC00-A4F9-904FD9EB0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7129E-0DE8-AFE0-D852-94B2F5212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D15D7-BA79-459E-B584-3343C7F252E6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2928186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1A592-883E-B357-221D-AC9F8B2A4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02E41C-98B3-4C1F-A100-9872FA71D8BF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485CB-6BFF-06CD-E57A-203CE9D4B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52C7C-8C91-D38E-5885-2102B095A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B3CBD8-69B5-4817-94CE-35B8CE1FE1FC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8360335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E26DDD8-8F9E-61B1-E4E0-76BF0D769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D8B688-D642-43CC-86F1-540DDB2188E6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F517FEB-4C20-4AF4-9018-D4A7D1D5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4382741-DD9F-B3C0-DCEB-3E3AE3F06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41D82-5C85-445D-8972-05877DA80B16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4594443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0F4B8B1-218E-C75D-676A-5C42C8D1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1C218B-EA0D-4A50-AD44-4FB0C16FDEC9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2DD49CB-32F8-8ABF-23BD-43B70F501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CD648FE-5723-6F02-DE7E-B374D8FB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228854-6CF0-46E7-A643-062B17D1891D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4973550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C0AD6B9-0FC0-AEAF-E3C7-9BD944D25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33C2CE-A018-4DB0-9055-A9AF32836067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B02ECEC-A7F9-0646-5A4E-A42B39EF8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06B2B43-F0F8-CCAA-7C1F-F5439D179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3FF6FA-707B-45C8-8259-403BB47A95CC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434038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1A5E37C-30C7-C15B-8314-CDC91CE2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27571D-85D0-43A0-B930-86CE410A7C94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099734F-E884-B294-B30F-23991F9EB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3AD9E-C628-6DDA-D5D9-A8C59353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C82EE6-13C3-4D0D-87DF-48A9068D879A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6221467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1D5A31-9D02-714F-79F0-9570D5345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F229A-1C4B-4038-8FD7-D16BAEF09424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F20EABE-AEED-037A-7BE6-5D1F93D13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5E3503A-C292-F8F0-9240-E9B7A5B4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BC41C1-74E5-4935-8E28-4C817CA78FE1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3894124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C03ACE3-2135-22D1-92A9-AD6BB25DE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37E50-7363-45F2-A4A9-E051EEA7470B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677F272-1427-5094-A748-BE83D050D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1398F8B-B571-0D4F-5477-4E10E2421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0D49E9-9D21-4266-BC08-0B66DBC25703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1094853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402A7-EF05-A31D-2F6E-A5E26DE91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D891E6-FDF6-41AA-8C7A-7FF4C892AFAE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5CBEB-AABA-8F02-8BB2-56B40433A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5C89D-F85F-DE0B-803A-D407C0EC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9E04C2-31CC-43CC-B2E0-6CAB29182F79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2265909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37ABB-0986-9B35-4329-475A4C63F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5CE23-AE99-4138-9047-3855A57EB7AD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DCB73-3FEB-4A05-A669-399C55BBE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7D2F2-D945-6AA3-03B9-7282D76FD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0E99F9-E022-49ED-B585-72F728CBDE37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6571912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2F5DA-BB67-2EA3-DA90-3968F89BE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0CD473-8AD4-4EB4-A491-150F13B4EF3E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4072-BE26-44A3-A9F3-F1F8A9395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87C8A-10CA-2385-54E3-A15DE6F03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EDDBAD-5D82-4681-9A1E-99AAD4807FB9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1170572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68F70-E027-6380-9FE2-40E92FF27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DE8679-D0CD-4A1F-A545-AFC695F306A5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88423-AFCB-BC30-1CAA-9E9C290C5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EBF9E-ABC9-099A-1CDE-44A8B91BF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03CDBD-98B8-4ABE-894F-8B64EC2A937E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895178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16CB0-B650-684B-756D-818C669E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6F9197-860E-454E-814F-0A8A81C54252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E4BBB-4552-8CAD-C57F-1256D6244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AFA38-F6E9-8569-6ABA-111317880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161182-ACC2-4FE8-8A4A-380E174644FB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7229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D58E4A6-C708-714F-535E-A4158A44C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3C343-C973-4715-8F12-0C6094B9C504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6E1AE63-761E-2085-450B-B28EDFCC2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FDF82B1-9E51-8C8D-896C-6765FAE1A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FF729A-9006-498A-932D-BD77A59C4AE1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0047161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644A488-AC85-EDFA-83A3-B9636A83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F3EE34-20E0-44A0-AFD5-97E0E2AA54BA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EF4DD5B-F383-FA02-45AC-2BF31C7FE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714B34-E813-434A-23F1-9943030DF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27A82-22DD-430B-A834-E3B0C7804324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3840822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447A40D-2E8F-A81C-CC31-436282FE5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1BE8F-58D3-4699-96F8-6E7EB4DA7A74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A9A06AB-1F7E-DB56-DA9C-6263049CA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A8EE852-0DE5-C85E-1EF5-CB4B653A8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FA51D8-0F0F-49A3-BD42-BA5F9111CFF3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4005201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 descr="logo">
            <a:hlinkClick r:id="rId2"/>
            <a:extLst>
              <a:ext uri="{FF2B5EF4-FFF2-40B4-BE49-F238E27FC236}">
                <a16:creationId xmlns:a16="http://schemas.microsoft.com/office/drawing/2014/main" id="{B2C1D08F-03D7-38AF-872D-D3085A3CB3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107950"/>
            <a:ext cx="1728788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062C7B-A0C4-C79C-E9D8-DA698F4337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08850" y="139700"/>
            <a:ext cx="1512888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indent="47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 typeface="Times" panose="02020603050405020304" pitchFamily="18" charset="0"/>
              <a:buNone/>
              <a:defRPr/>
            </a:pPr>
            <a:r>
              <a:rPr kumimoji="0" lang="en-CA" altLang="en-US" sz="1600" b="1" dirty="0">
                <a:latin typeface="Verdana" panose="020B0604030504040204" pitchFamily="34" charset="0"/>
              </a:rPr>
              <a:t>Upbringing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Times" panose="02020603050405020304" pitchFamily="18" charset="0"/>
              <a:buNone/>
              <a:defRPr/>
            </a:pPr>
            <a:r>
              <a:rPr kumimoji="0" lang="en-CA" altLang="en-US" sz="1600" b="1" dirty="0">
                <a:latin typeface="Verdana" panose="020B0604030504040204" pitchFamily="34" charset="0"/>
              </a:rPr>
              <a:t>Technologies</a:t>
            </a:r>
          </a:p>
        </p:txBody>
      </p:sp>
      <p:pic>
        <p:nvPicPr>
          <p:cNvPr id="4" name="Picture 13" descr="http://www.becker-international.com/zcms/module/allgemein/inc/show_bild.php?id=0000020140&amp;imgWidth=920&amp;imgHeight=200">
            <a:extLst>
              <a:ext uri="{FF2B5EF4-FFF2-40B4-BE49-F238E27FC236}">
                <a16:creationId xmlns:a16="http://schemas.microsoft.com/office/drawing/2014/main" id="{5A5258F1-3114-DA61-BDF1-B584FB0C35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39700"/>
            <a:ext cx="51720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3110445-E2CC-98A8-0CBD-F24F50BAC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2E4000-578D-4912-AF12-5A3E83D13662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934BF73-C49E-8292-E97E-3EA8A6B0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D9A64B8-99F7-C3B4-CCE9-929701616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1C7BAC-ACC3-41B5-9A9E-5F368A25F9DA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0468880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71044B2-6D8F-2A78-817D-11C5EAE6B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4EB547-AB21-4F8B-B72B-50D0E1CB0BB1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89D1820-D1E0-5E0C-BC1D-CFC418D3A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66839C5-312B-80C0-3FE5-3CDE8F1D8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EC7AC4-40F5-4A56-8577-5E6C78B23B2B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5289986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8A33D6D-4F4F-7971-FD1E-4088932DC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E14A8-D04C-4907-8A90-4D7D8B8B15EB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6A9D442-E248-CD57-0564-C4B3B5B0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1B7AC6A-E91F-D35D-DA7E-629AF41A7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7613D6-2BE7-4637-AD72-3C19ABD8051B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0589299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98419-302F-9253-5BC0-C8DC00FAA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CBD078-F914-4189-B0C1-0E565C88FE36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E9448-1046-F9B6-8DC6-A8AF36F8D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FB22B-A814-3970-3E13-0FC808240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9D9C44-6A72-4DDF-B89B-7CAB7B46D996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8820374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DD94C-1556-DE17-E8C9-8F2B567B4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CFD3FD-7FED-44D0-8326-54DDE0EB4705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D2264-E5AE-49C5-ADDB-726E57FA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A26BF-7214-FF9A-EE78-BB5933CB6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20FEE3-4082-403E-88C3-C9AC4B00D294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409701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alphaModFix amt="2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054F50D-8257-4BFC-272A-DAC1BA9E230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3A49D4C-EFC8-4599-72A5-77D5AD019A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08776-6236-48BB-AAAD-7CC10037E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56AE01B1-EFD4-49F5-94D2-879B17029910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6A73C-9F98-4EAF-91F4-D477D3D4B9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6E43D-62B1-4437-9E95-860740049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631B10F3-D173-4393-9EC6-53A9C5480A8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74" r:id="rId1"/>
    <p:sldLayoutId id="2147485075" r:id="rId2"/>
    <p:sldLayoutId id="2147485076" r:id="rId3"/>
    <p:sldLayoutId id="2147485077" r:id="rId4"/>
    <p:sldLayoutId id="2147485078" r:id="rId5"/>
    <p:sldLayoutId id="2147485079" r:id="rId6"/>
    <p:sldLayoutId id="2147485080" r:id="rId7"/>
    <p:sldLayoutId id="2147485081" r:id="rId8"/>
    <p:sldLayoutId id="2147485082" r:id="rId9"/>
    <p:sldLayoutId id="2147485083" r:id="rId10"/>
    <p:sldLayoutId id="2147485084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68C7F39-87A7-3A2F-930E-4F4B240255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E026024-4140-74A6-EF1B-D1D163BF44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37572" name="Rectangle 4">
            <a:extLst>
              <a:ext uri="{FF2B5EF4-FFF2-40B4-BE49-F238E27FC236}">
                <a16:creationId xmlns:a16="http://schemas.microsoft.com/office/drawing/2014/main" id="{44227C88-474F-4F44-9D1E-C6B3C8C394A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latin typeface="+mn-lt"/>
                <a:ea typeface="宋体" charset="-122"/>
              </a:defRPr>
            </a:lvl1pPr>
          </a:lstStyle>
          <a:p>
            <a:pPr>
              <a:defRPr/>
            </a:pPr>
            <a:fld id="{BA3A3526-E3A5-4DB5-8BE8-5FA883EF8DE9}" type="datetimeFigureOut">
              <a:rPr lang="en-US"/>
              <a:pPr>
                <a:defRPr/>
              </a:pPr>
              <a:t>4/19/2025</a:t>
            </a:fld>
            <a:endParaRPr lang="en-US"/>
          </a:p>
        </p:txBody>
      </p:sp>
      <p:sp>
        <p:nvSpPr>
          <p:cNvPr id="237573" name="Rectangle 5">
            <a:extLst>
              <a:ext uri="{FF2B5EF4-FFF2-40B4-BE49-F238E27FC236}">
                <a16:creationId xmlns:a16="http://schemas.microsoft.com/office/drawing/2014/main" id="{09BFCB96-A8E0-4A11-A99B-E06042CD5AB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+mn-lt"/>
                <a:ea typeface="宋体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7574" name="Rectangle 6">
            <a:extLst>
              <a:ext uri="{FF2B5EF4-FFF2-40B4-BE49-F238E27FC236}">
                <a16:creationId xmlns:a16="http://schemas.microsoft.com/office/drawing/2014/main" id="{FD2A4446-A79A-451A-AF14-416820E39D8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latin typeface="Arial" panose="020B0604020202020204" pitchFamily="34" charset="0"/>
              </a:defRPr>
            </a:lvl1pPr>
          </a:lstStyle>
          <a:p>
            <a:fld id="{0A5E0673-8CFA-4498-94B6-6D334B702A6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5" r:id="rId1"/>
    <p:sldLayoutId id="2147485086" r:id="rId2"/>
    <p:sldLayoutId id="2147485087" r:id="rId3"/>
    <p:sldLayoutId id="2147485088" r:id="rId4"/>
    <p:sldLayoutId id="2147485089" r:id="rId5"/>
    <p:sldLayoutId id="2147485090" r:id="rId6"/>
    <p:sldLayoutId id="2147485116" r:id="rId7"/>
    <p:sldLayoutId id="2147485091" r:id="rId8"/>
    <p:sldLayoutId id="2147485092" r:id="rId9"/>
    <p:sldLayoutId id="2147485093" r:id="rId10"/>
    <p:sldLayoutId id="214748509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alphaModFix amt="2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E5D2E4A5-A850-AE6A-3F32-572B03276CF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id="{0B13AB6B-6770-FA57-3601-9CD63A45A3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00FE1-21E8-4713-F392-0341B0F1F2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CFE9BDC-74B8-4AE7-AF16-F83F46EB928C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A857F-58E0-B86B-960F-05D4977AB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EC7EC-1727-0E5D-846E-205E43560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6FAD16F2-6665-4295-9278-7263665162D0}" type="slidenum">
              <a:rPr lang="en-IN" altLang="en-US"/>
              <a:pPr/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95" r:id="rId1"/>
    <p:sldLayoutId id="2147485096" r:id="rId2"/>
    <p:sldLayoutId id="2147485097" r:id="rId3"/>
    <p:sldLayoutId id="2147485098" r:id="rId4"/>
    <p:sldLayoutId id="2147485099" r:id="rId5"/>
    <p:sldLayoutId id="2147485100" r:id="rId6"/>
    <p:sldLayoutId id="2147485101" r:id="rId7"/>
    <p:sldLayoutId id="2147485102" r:id="rId8"/>
    <p:sldLayoutId id="2147485103" r:id="rId9"/>
    <p:sldLayoutId id="2147485104" r:id="rId10"/>
    <p:sldLayoutId id="214748510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alphaModFix amt="2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>
            <a:extLst>
              <a:ext uri="{FF2B5EF4-FFF2-40B4-BE49-F238E27FC236}">
                <a16:creationId xmlns:a16="http://schemas.microsoft.com/office/drawing/2014/main" id="{3A18058E-C7BD-6CA7-B13F-7F4621E6151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4099" name="Text Placeholder 2">
            <a:extLst>
              <a:ext uri="{FF2B5EF4-FFF2-40B4-BE49-F238E27FC236}">
                <a16:creationId xmlns:a16="http://schemas.microsoft.com/office/drawing/2014/main" id="{6FBA092B-9877-2B85-1E0E-C029C0944C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82E4E-8DB2-BF69-3C30-14FA3083F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D948A22-0B76-486F-A990-57AD236C2F7C}" type="datetimeFigureOut">
              <a:rPr lang="en-IN"/>
              <a:pPr>
                <a:defRPr/>
              </a:pPr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2C0B7-AFFA-F7B2-F38B-F0EBC205D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F074F-4A67-6775-3EA9-07B65F27B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6446DAB2-286A-4D98-83DE-89FE5BD62E3B}" type="slidenum">
              <a:rPr lang="en-IN" altLang="en-US"/>
              <a:pPr/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06" r:id="rId1"/>
    <p:sldLayoutId id="2147485107" r:id="rId2"/>
    <p:sldLayoutId id="2147485108" r:id="rId3"/>
    <p:sldLayoutId id="2147485109" r:id="rId4"/>
    <p:sldLayoutId id="2147485110" r:id="rId5"/>
    <p:sldLayoutId id="2147485111" r:id="rId6"/>
    <p:sldLayoutId id="2147485117" r:id="rId7"/>
    <p:sldLayoutId id="2147485112" r:id="rId8"/>
    <p:sldLayoutId id="2147485113" r:id="rId9"/>
    <p:sldLayoutId id="2147485114" r:id="rId10"/>
    <p:sldLayoutId id="214748511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AA8F20B7-D035-1BAC-EC6F-A160A6F403F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7239000" y="4941888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7AF81DAA-597F-8412-382D-F9D5E36CA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9220" name="Google Shape;107;gf0bc9faf34_1_0">
            <a:extLst>
              <a:ext uri="{FF2B5EF4-FFF2-40B4-BE49-F238E27FC236}">
                <a16:creationId xmlns:a16="http://schemas.microsoft.com/office/drawing/2014/main" id="{F52411AB-6724-71AB-9745-BDF2B4876D8E}"/>
              </a:ext>
            </a:extLst>
          </p:cNvPr>
          <p:cNvSpPr txBox="1">
            <a:spLocks/>
          </p:cNvSpPr>
          <p:nvPr/>
        </p:nvSpPr>
        <p:spPr bwMode="auto">
          <a:xfrm>
            <a:off x="287338" y="2565400"/>
            <a:ext cx="85693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 marL="76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>
                <a:srgbClr val="2D2D8A"/>
              </a:buClr>
              <a:buSzPts val="2400"/>
              <a:buFontTx/>
              <a:buNone/>
            </a:pPr>
            <a:r>
              <a:rPr lang="en-US" altLang="en-US" sz="3600" b="1" dirty="0">
                <a:solidFill>
                  <a:srgbClr val="C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 Business</a:t>
            </a:r>
          </a:p>
          <a:p>
            <a:pPr algn="ctr">
              <a:spcBef>
                <a:spcPct val="0"/>
              </a:spcBef>
              <a:buClr>
                <a:srgbClr val="2D2D8A"/>
              </a:buClr>
              <a:buSzPts val="2400"/>
              <a:buFontTx/>
              <a:buNone/>
            </a:pPr>
            <a:r>
              <a:rPr lang="en-US" altLang="en-US" sz="3600" b="1" dirty="0">
                <a:solidFill>
                  <a:srgbClr val="C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Journey Initiatives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ECBF174-53A9-F5D9-BF82-60E8EDBEFCDE}"/>
              </a:ext>
            </a:extLst>
          </p:cNvPr>
          <p:cNvGraphicFramePr/>
          <p:nvPr/>
        </p:nvGraphicFramePr>
        <p:xfrm>
          <a:off x="1043608" y="1514401"/>
          <a:ext cx="6696744" cy="3946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28E8771-A212-792D-62F0-BE6966FE4A90}"/>
              </a:ext>
            </a:extLst>
          </p:cNvPr>
          <p:cNvSpPr txBox="1"/>
          <p:nvPr/>
        </p:nvSpPr>
        <p:spPr>
          <a:xfrm>
            <a:off x="1116013" y="1052513"/>
            <a:ext cx="66246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Journey So Far </a:t>
            </a:r>
            <a:endParaRPr lang="en-IN" sz="2400" b="1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9491ABE-76E6-0E85-FCE2-58D5590132E3}"/>
              </a:ext>
            </a:extLst>
          </p:cNvPr>
          <p:cNvGraphicFramePr>
            <a:graphicFrameLocks/>
          </p:cNvGraphicFramePr>
          <p:nvPr/>
        </p:nvGraphicFramePr>
        <p:xfrm>
          <a:off x="395536" y="1844824"/>
          <a:ext cx="8878640" cy="4197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339" name="TextBox 5">
            <a:extLst>
              <a:ext uri="{FF2B5EF4-FFF2-40B4-BE49-F238E27FC236}">
                <a16:creationId xmlns:a16="http://schemas.microsoft.com/office/drawing/2014/main" id="{328883FD-8FF7-E8AA-941D-ED67C7610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96975"/>
            <a:ext cx="7416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Verdana" panose="020B0604030504040204" pitchFamily="34" charset="0"/>
              </a:rPr>
              <a:t>What we bring to the Business </a:t>
            </a:r>
            <a:endParaRPr lang="en-IN" altLang="en-US" sz="2400" b="1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B11E919-69E2-64A1-EA6F-55B4ABCA4397}"/>
              </a:ext>
            </a:extLst>
          </p:cNvPr>
          <p:cNvGraphicFramePr/>
          <p:nvPr/>
        </p:nvGraphicFramePr>
        <p:xfrm>
          <a:off x="899592" y="2204864"/>
          <a:ext cx="6984776" cy="3256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E86AD83-1661-EEAB-9E7E-1EB43C7F649B}"/>
              </a:ext>
            </a:extLst>
          </p:cNvPr>
          <p:cNvSpPr txBox="1"/>
          <p:nvPr/>
        </p:nvSpPr>
        <p:spPr>
          <a:xfrm>
            <a:off x="1331913" y="1268413"/>
            <a:ext cx="626427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/>
              <a:t>Our </a:t>
            </a:r>
            <a:r>
              <a:rPr lang="en-US" sz="2400" b="1" dirty="0">
                <a:latin typeface="+mj-lt"/>
              </a:rPr>
              <a:t>Unique</a:t>
            </a:r>
            <a:r>
              <a:rPr lang="en-US" sz="2400" b="1" dirty="0"/>
              <a:t> </a:t>
            </a:r>
            <a:r>
              <a:rPr lang="en-US" sz="2400" b="1" dirty="0">
                <a:latin typeface="+mj-lt"/>
              </a:rPr>
              <a:t>Strengths</a:t>
            </a:r>
            <a:r>
              <a:rPr lang="en-US" sz="2400" b="1" dirty="0"/>
              <a:t> </a:t>
            </a:r>
            <a:endParaRPr lang="en-IN" sz="2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229B5F4-62CB-B9DE-5D56-A1FB1C35DD38}"/>
              </a:ext>
            </a:extLst>
          </p:cNvPr>
          <p:cNvGraphicFramePr/>
          <p:nvPr/>
        </p:nvGraphicFramePr>
        <p:xfrm>
          <a:off x="1547664" y="1772816"/>
          <a:ext cx="6336704" cy="4248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60FDD70-E329-207C-B3AF-60E66A75C1DC}"/>
              </a:ext>
            </a:extLst>
          </p:cNvPr>
          <p:cNvSpPr txBox="1"/>
          <p:nvPr/>
        </p:nvSpPr>
        <p:spPr>
          <a:xfrm>
            <a:off x="1258888" y="1052513"/>
            <a:ext cx="712946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Industry-</a:t>
            </a:r>
            <a:r>
              <a:rPr lang="en-US" sz="2400" b="1" dirty="0" err="1">
                <a:latin typeface="+mj-lt"/>
              </a:rPr>
              <a:t>Technoloies</a:t>
            </a:r>
            <a:r>
              <a:rPr lang="en-US" sz="2400" b="1" dirty="0">
                <a:latin typeface="+mj-lt"/>
              </a:rPr>
              <a:t>-Markets Exposure </a:t>
            </a:r>
            <a:endParaRPr lang="en-IN" sz="2400" b="1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1">
            <a:extLst>
              <a:ext uri="{FF2B5EF4-FFF2-40B4-BE49-F238E27FC236}">
                <a16:creationId xmlns:a16="http://schemas.microsoft.com/office/drawing/2014/main" id="{F3F86068-3200-C0F3-9F2D-291E19C2B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1412875"/>
            <a:ext cx="9115425" cy="417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EA62BF-9978-FB7D-5C56-B0A3CC18C999}"/>
              </a:ext>
            </a:extLst>
          </p:cNvPr>
          <p:cNvSpPr txBox="1"/>
          <p:nvPr/>
        </p:nvSpPr>
        <p:spPr>
          <a:xfrm>
            <a:off x="611188" y="1125538"/>
            <a:ext cx="8064500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 dirty="0">
                <a:latin typeface="+mj-lt"/>
              </a:rPr>
              <a:t>National Economic Targets of India </a:t>
            </a:r>
            <a:endParaRPr lang="en-IN" sz="2800" b="1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Google Shape;238;gecf3ce2a03_0_53">
            <a:extLst>
              <a:ext uri="{FF2B5EF4-FFF2-40B4-BE49-F238E27FC236}">
                <a16:creationId xmlns:a16="http://schemas.microsoft.com/office/drawing/2014/main" id="{1355F2E4-A863-DE59-96DA-8068686F43C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120900"/>
            <a:ext cx="6264275" cy="423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00A734-3908-356D-163F-9825B14E3FE3}"/>
              </a:ext>
            </a:extLst>
          </p:cNvPr>
          <p:cNvSpPr txBox="1"/>
          <p:nvPr/>
        </p:nvSpPr>
        <p:spPr>
          <a:xfrm>
            <a:off x="1116013" y="1196975"/>
            <a:ext cx="67691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India Marching Ahead </a:t>
            </a:r>
            <a:endParaRPr lang="en-IN" sz="2400" b="1" dirty="0"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Google Shape;230;p12">
            <a:extLst>
              <a:ext uri="{FF2B5EF4-FFF2-40B4-BE49-F238E27FC236}">
                <a16:creationId xmlns:a16="http://schemas.microsoft.com/office/drawing/2014/main" id="{981773DF-E2DD-F43C-A140-2711F9B3154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960563"/>
            <a:ext cx="6769100" cy="433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66D924-8307-C1E3-A32E-32AA4A4210D8}"/>
              </a:ext>
            </a:extLst>
          </p:cNvPr>
          <p:cNvSpPr txBox="1"/>
          <p:nvPr/>
        </p:nvSpPr>
        <p:spPr>
          <a:xfrm>
            <a:off x="1258888" y="1196975"/>
            <a:ext cx="648176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India : Major Social Indices </a:t>
            </a:r>
            <a:endParaRPr lang="en-IN" sz="2400" b="1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Google Shape;221;p8" descr="India to be fastest growing among major economies with growth rate of 9.72%  in 2021, says GlobalData - GlobalData">
            <a:extLst>
              <a:ext uri="{FF2B5EF4-FFF2-40B4-BE49-F238E27FC236}">
                <a16:creationId xmlns:a16="http://schemas.microsoft.com/office/drawing/2014/main" id="{9B00168A-0C5D-2992-9BD9-FC6BE469DA9B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2203450"/>
            <a:ext cx="7427913" cy="418623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791F1D-F9DF-D39F-317A-7D450FC0C0A3}"/>
              </a:ext>
            </a:extLst>
          </p:cNvPr>
          <p:cNvSpPr txBox="1"/>
          <p:nvPr/>
        </p:nvSpPr>
        <p:spPr>
          <a:xfrm>
            <a:off x="684213" y="1196975"/>
            <a:ext cx="6624637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India in Comparison to the Wor</a:t>
            </a:r>
            <a:r>
              <a:rPr lang="en-US" sz="2400" dirty="0">
                <a:latin typeface="+mj-lt"/>
              </a:rPr>
              <a:t>l</a:t>
            </a:r>
            <a:r>
              <a:rPr lang="en-US" sz="2400" dirty="0"/>
              <a:t>d</a:t>
            </a:r>
            <a:r>
              <a:rPr lang="en-US" dirty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1">
            <a:extLst>
              <a:ext uri="{FF2B5EF4-FFF2-40B4-BE49-F238E27FC236}">
                <a16:creationId xmlns:a16="http://schemas.microsoft.com/office/drawing/2014/main" id="{F889463D-AA73-6010-9351-88636D541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052513"/>
            <a:ext cx="6192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en-US" sz="2400" b="1" dirty="0">
                <a:latin typeface="+mj-lt"/>
              </a:rPr>
              <a:t>India GDP Growth </a:t>
            </a:r>
            <a:endParaRPr lang="en-IN" altLang="en-US" sz="2400" b="1" dirty="0">
              <a:latin typeface="+mj-lt"/>
            </a:endParaRPr>
          </a:p>
        </p:txBody>
      </p:sp>
      <p:pic>
        <p:nvPicPr>
          <p:cNvPr id="21507" name="Picture 2">
            <a:extLst>
              <a:ext uri="{FF2B5EF4-FFF2-40B4-BE49-F238E27FC236}">
                <a16:creationId xmlns:a16="http://schemas.microsoft.com/office/drawing/2014/main" id="{11EE9284-5F0F-ECE8-4356-C4CC2AC82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25" y="2852738"/>
            <a:ext cx="7062788" cy="271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Box 1">
            <a:extLst>
              <a:ext uri="{FF2B5EF4-FFF2-40B4-BE49-F238E27FC236}">
                <a16:creationId xmlns:a16="http://schemas.microsoft.com/office/drawing/2014/main" id="{191BECBB-DED5-7CF0-0719-E7A936427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88" y="1230313"/>
            <a:ext cx="5930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en-US" sz="2400" b="1" dirty="0">
                <a:latin typeface="+mj-lt"/>
              </a:rPr>
              <a:t>India Composite PMI </a:t>
            </a:r>
            <a:endParaRPr lang="en-IN" altLang="en-US" sz="2400" b="1" dirty="0">
              <a:latin typeface="+mj-lt"/>
            </a:endParaRPr>
          </a:p>
        </p:txBody>
      </p:sp>
      <p:pic>
        <p:nvPicPr>
          <p:cNvPr id="22531" name="Picture 2">
            <a:extLst>
              <a:ext uri="{FF2B5EF4-FFF2-40B4-BE49-F238E27FC236}">
                <a16:creationId xmlns:a16="http://schemas.microsoft.com/office/drawing/2014/main" id="{706E989A-DC11-5BD5-4226-49F6DB979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275" y="2363788"/>
            <a:ext cx="8647113" cy="315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Google Shape;245;gf0e5e555ee_0_41">
            <a:extLst>
              <a:ext uri="{FF2B5EF4-FFF2-40B4-BE49-F238E27FC236}">
                <a16:creationId xmlns:a16="http://schemas.microsoft.com/office/drawing/2014/main" id="{BBCEC1A8-474C-AA34-8EF4-FB6BE7D060E5}"/>
              </a:ext>
            </a:extLst>
          </p:cNvPr>
          <p:cNvSpPr txBox="1">
            <a:spLocks/>
          </p:cNvSpPr>
          <p:nvPr/>
        </p:nvSpPr>
        <p:spPr bwMode="auto">
          <a:xfrm>
            <a:off x="6589713" y="6542088"/>
            <a:ext cx="1739900" cy="10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>
                <a:srgbClr val="000000"/>
              </a:buClr>
              <a:buSzPts val="1400"/>
              <a:buFontTx/>
              <a:buNone/>
            </a:pPr>
            <a:fld id="{DC32DEAC-F286-4946-B710-99401817A53E}" type="slidenum">
              <a:rPr lang="en-US" altLang="en-US" sz="1800">
                <a:latin typeface="Verdana" panose="020B0604030504040204" pitchFamily="34" charset="0"/>
              </a:rPr>
              <a:pPr algn="r">
                <a:spcBef>
                  <a:spcPct val="0"/>
                </a:spcBef>
                <a:buClr>
                  <a:srgbClr val="000000"/>
                </a:buClr>
                <a:buSzPts val="1400"/>
                <a:buFontTx/>
                <a:buNone/>
              </a:pPr>
              <a:t>12</a:t>
            </a:fld>
            <a:endParaRPr lang="en-US" altLang="en-US" sz="1800">
              <a:latin typeface="Verdana" panose="020B0604030504040204" pitchFamily="34" charset="0"/>
            </a:endParaRPr>
          </a:p>
        </p:txBody>
      </p:sp>
      <p:pic>
        <p:nvPicPr>
          <p:cNvPr id="23555" name="Google Shape;249;gf0e5e555ee_0_41">
            <a:extLst>
              <a:ext uri="{FF2B5EF4-FFF2-40B4-BE49-F238E27FC236}">
                <a16:creationId xmlns:a16="http://schemas.microsoft.com/office/drawing/2014/main" id="{87CE66D7-835E-1CFE-95AF-4AAAA5B6DA7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3" y="635000"/>
            <a:ext cx="820737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3">
            <a:extLst>
              <a:ext uri="{FF2B5EF4-FFF2-40B4-BE49-F238E27FC236}">
                <a16:creationId xmlns:a16="http://schemas.microsoft.com/office/drawing/2014/main" id="{4CE96326-1E38-CD1B-C2F7-E1B6E0D29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193925"/>
            <a:ext cx="7300913" cy="322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TextBox 4">
            <a:extLst>
              <a:ext uri="{FF2B5EF4-FFF2-40B4-BE49-F238E27FC236}">
                <a16:creationId xmlns:a16="http://schemas.microsoft.com/office/drawing/2014/main" id="{7672362E-2D8D-C63C-9B99-13D7A9C8B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952500"/>
            <a:ext cx="7848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en-US" sz="2400" b="1" dirty="0">
                <a:latin typeface="+mj-lt"/>
              </a:rPr>
              <a:t>India Business Confidence Trend </a:t>
            </a:r>
            <a:endParaRPr lang="en-IN" altLang="en-US" sz="2400" b="1" dirty="0">
              <a:latin typeface="+mj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Box 1">
            <a:extLst>
              <a:ext uri="{FF2B5EF4-FFF2-40B4-BE49-F238E27FC236}">
                <a16:creationId xmlns:a16="http://schemas.microsoft.com/office/drawing/2014/main" id="{484CDCF9-1660-E66B-F930-C6650458B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413" y="1125538"/>
            <a:ext cx="6921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en-US" sz="2400" b="1" dirty="0">
                <a:latin typeface="+mj-lt"/>
              </a:rPr>
              <a:t>India Corporate Tax Rate </a:t>
            </a:r>
            <a:endParaRPr lang="en-IN" altLang="en-US" sz="2400" b="1" dirty="0">
              <a:latin typeface="+mj-lt"/>
            </a:endParaRPr>
          </a:p>
        </p:txBody>
      </p:sp>
      <p:pic>
        <p:nvPicPr>
          <p:cNvPr id="24579" name="Picture 2">
            <a:extLst>
              <a:ext uri="{FF2B5EF4-FFF2-40B4-BE49-F238E27FC236}">
                <a16:creationId xmlns:a16="http://schemas.microsoft.com/office/drawing/2014/main" id="{6B6CE4F2-F32E-7541-8D8D-2A9D9B3F2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2738438"/>
            <a:ext cx="8413750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1">
            <a:extLst>
              <a:ext uri="{FF2B5EF4-FFF2-40B4-BE49-F238E27FC236}">
                <a16:creationId xmlns:a16="http://schemas.microsoft.com/office/drawing/2014/main" id="{0E1B7ED6-3172-720D-979D-7F475E737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700213"/>
            <a:ext cx="7561263" cy="449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TextBox 2">
            <a:extLst>
              <a:ext uri="{FF2B5EF4-FFF2-40B4-BE49-F238E27FC236}">
                <a16:creationId xmlns:a16="http://schemas.microsoft.com/office/drawing/2014/main" id="{E3AF3D58-F9E8-B767-6370-8294451E3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341438"/>
            <a:ext cx="669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cs typeface="Arial" panose="020B0604020202020204" pitchFamily="34" charset="0"/>
              </a:rPr>
              <a:t>Demographic Advantage Remains Till 2050 </a:t>
            </a:r>
            <a:endParaRPr lang="en-IN" altLang="en-US" sz="1800" b="1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1">
            <a:extLst>
              <a:ext uri="{FF2B5EF4-FFF2-40B4-BE49-F238E27FC236}">
                <a16:creationId xmlns:a16="http://schemas.microsoft.com/office/drawing/2014/main" id="{FE3EF129-47EC-B813-5607-41BDF2669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128838"/>
            <a:ext cx="4679950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098B07-1BE5-19A6-6545-BB4B1BD30D3F}"/>
              </a:ext>
            </a:extLst>
          </p:cNvPr>
          <p:cNvSpPr txBox="1"/>
          <p:nvPr/>
        </p:nvSpPr>
        <p:spPr>
          <a:xfrm>
            <a:off x="1331913" y="1268413"/>
            <a:ext cx="6624637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Economic Disparity Across </a:t>
            </a:r>
            <a:r>
              <a:rPr lang="en-US" sz="2800" b="1" dirty="0">
                <a:latin typeface="+mj-lt"/>
              </a:rPr>
              <a:t>Regions</a:t>
            </a:r>
            <a:r>
              <a:rPr lang="en-US" sz="2800" b="1" dirty="0"/>
              <a:t> </a:t>
            </a:r>
            <a:endParaRPr lang="en-IN" sz="28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>
            <a:extLst>
              <a:ext uri="{FF2B5EF4-FFF2-40B4-BE49-F238E27FC236}">
                <a16:creationId xmlns:a16="http://schemas.microsoft.com/office/drawing/2014/main" id="{019DA41D-4884-C483-EEDF-6C045E1E539E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516688" y="4941888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7651" name="Rectangle 6">
            <a:extLst>
              <a:ext uri="{FF2B5EF4-FFF2-40B4-BE49-F238E27FC236}">
                <a16:creationId xmlns:a16="http://schemas.microsoft.com/office/drawing/2014/main" id="{A19E96F3-8084-EE64-53B4-860129255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27652" name="Google Shape;107;gf0bc9faf34_1_0">
            <a:extLst>
              <a:ext uri="{FF2B5EF4-FFF2-40B4-BE49-F238E27FC236}">
                <a16:creationId xmlns:a16="http://schemas.microsoft.com/office/drawing/2014/main" id="{99DD21BA-2BC4-F258-37B9-BCCC3DDE2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2565400"/>
            <a:ext cx="85693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 marL="76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>
                <a:srgbClr val="2D2D8A"/>
              </a:buClr>
              <a:buSzPts val="2400"/>
              <a:buFontTx/>
              <a:buNone/>
            </a:pPr>
            <a:r>
              <a:rPr lang="en-US" altLang="en-US" sz="3600" b="1" dirty="0">
                <a:solidFill>
                  <a:srgbClr val="2D2D8A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 </a:t>
            </a:r>
            <a:r>
              <a:rPr lang="en-US" altLang="en-US" sz="3600" b="1" dirty="0">
                <a:solidFill>
                  <a:srgbClr val="C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Business</a:t>
            </a:r>
          </a:p>
          <a:p>
            <a:pPr algn="ctr">
              <a:spcBef>
                <a:spcPct val="0"/>
              </a:spcBef>
              <a:buClr>
                <a:srgbClr val="2D2D8A"/>
              </a:buClr>
              <a:buSzPts val="2400"/>
              <a:buFontTx/>
              <a:buNone/>
            </a:pPr>
            <a:r>
              <a:rPr lang="en-US" altLang="en-US" sz="3600" b="1" dirty="0">
                <a:solidFill>
                  <a:srgbClr val="C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Journey Initiatives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>
            <a:extLst>
              <a:ext uri="{FF2B5EF4-FFF2-40B4-BE49-F238E27FC236}">
                <a16:creationId xmlns:a16="http://schemas.microsoft.com/office/drawing/2014/main" id="{86174CC9-3B8D-0419-9938-1C1F8E55AE1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516688" y="4941888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9699" name="Rectangle 6">
            <a:extLst>
              <a:ext uri="{FF2B5EF4-FFF2-40B4-BE49-F238E27FC236}">
                <a16:creationId xmlns:a16="http://schemas.microsoft.com/office/drawing/2014/main" id="{A1A0662F-69C4-FC66-CF49-699A22A55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A65312E8-1B95-9587-1E46-094090CD0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25538"/>
            <a:ext cx="2747963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2400" b="1" dirty="0">
                <a:latin typeface="+mj-lt"/>
              </a:rPr>
              <a:t>Achievements</a:t>
            </a:r>
          </a:p>
        </p:txBody>
      </p:sp>
      <p:sp>
        <p:nvSpPr>
          <p:cNvPr id="29701" name="Rectangle 2">
            <a:extLst>
              <a:ext uri="{FF2B5EF4-FFF2-40B4-BE49-F238E27FC236}">
                <a16:creationId xmlns:a16="http://schemas.microsoft.com/office/drawing/2014/main" id="{1CF2A02B-403A-3AF3-7082-1E2152735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651000"/>
            <a:ext cx="8640762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0" lang="en-US" altLang="en-US" sz="1200">
                <a:latin typeface="Verdana" panose="020B0604030504040204" pitchFamily="34" charset="0"/>
              </a:rPr>
              <a:t>Major orders for Oil Pumps for new application of Oxygen generation Plants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0" lang="en-US" altLang="en-US" sz="1200">
                <a:latin typeface="Verdana" panose="020B0604030504040204" pitchFamily="34" charset="0"/>
              </a:rPr>
              <a:t>Good Success in Medical Industry for oil pumps.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0" lang="en-US" altLang="en-US" sz="1200">
                <a:latin typeface="Verdana" panose="020B0604030504040204" pitchFamily="34" charset="0"/>
              </a:rPr>
              <a:t>Won the tender for Cochin Shipyard for vacuum lifting equipment with Becker Dry Vane Pump.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0" lang="en-US" altLang="en-US" sz="1200">
                <a:latin typeface="Verdana" panose="020B0604030504040204" pitchFamily="34" charset="0"/>
              </a:rPr>
              <a:t>Never lost an OEM for dry vane pump once they started working with Upbringing.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0" lang="en-US" altLang="en-US" sz="1200">
                <a:latin typeface="Verdana" panose="020B0604030504040204" pitchFamily="34" charset="0"/>
              </a:rPr>
              <a:t>Supply of simple system with oil pumps, storage tank, control panel &amp; other accessories.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0" lang="en-US" altLang="en-US" sz="1200">
                <a:latin typeface="Verdana" panose="020B0604030504040204" pitchFamily="34" charset="0"/>
              </a:rPr>
              <a:t>Successful local installation of Flame Proof Motors to Becker oil pumps for specific industries demanding safety.</a:t>
            </a:r>
          </a:p>
        </p:txBody>
      </p:sp>
      <p:sp>
        <p:nvSpPr>
          <p:cNvPr id="38918" name="Rectangle 2">
            <a:extLst>
              <a:ext uri="{FF2B5EF4-FFF2-40B4-BE49-F238E27FC236}">
                <a16:creationId xmlns:a16="http://schemas.microsoft.com/office/drawing/2014/main" id="{D0294F8C-9A8A-6C77-D2B9-8E552E993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833813"/>
            <a:ext cx="4537075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2400" b="1" dirty="0">
                <a:latin typeface="+mj-lt"/>
              </a:rPr>
              <a:t>Pro-active Initiatives</a:t>
            </a:r>
          </a:p>
        </p:txBody>
      </p:sp>
      <p:sp>
        <p:nvSpPr>
          <p:cNvPr id="29703" name="Rectangle 2">
            <a:extLst>
              <a:ext uri="{FF2B5EF4-FFF2-40B4-BE49-F238E27FC236}">
                <a16:creationId xmlns:a16="http://schemas.microsoft.com/office/drawing/2014/main" id="{3491B9C5-FA3C-6821-586B-7B5439AEA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410075"/>
            <a:ext cx="8640762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0" lang="en-US" altLang="en-US" sz="1200">
                <a:latin typeface="Verdana" panose="020B0604030504040204" pitchFamily="34" charset="0"/>
              </a:rPr>
              <a:t>Initiated Becker pump monitoring system to monitor various parameters of the pump through IOT &amp; Cloud Connectivity in co-ordination with Mr. Stefan Beirlein.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0" lang="en-US" altLang="en-US" sz="1200">
                <a:latin typeface="Verdana" panose="020B0604030504040204" pitchFamily="34" charset="0"/>
              </a:rPr>
              <a:t>Pharma Initiative – Special efforts to multiply our success across pharma industry.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0" lang="en-US" altLang="en-US" sz="1200">
                <a:latin typeface="Verdana" panose="020B0604030504040204" pitchFamily="34" charset="0"/>
              </a:rPr>
              <a:t>Quick response to customers for their service &amp; technical related issues.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kumimoji="0" lang="en-US" altLang="en-US" sz="1200">
                <a:latin typeface="Verdana" panose="020B0604030504040204" pitchFamily="34" charset="0"/>
              </a:rPr>
              <a:t>Keeping in mind about expected future growth and to boost the various business activities / initiatives, Milind Bhalerao will join Upbringing full time from 1</a:t>
            </a:r>
            <a:r>
              <a:rPr kumimoji="0" lang="en-US" altLang="en-US" sz="1200" baseline="30000">
                <a:latin typeface="Verdana" panose="020B0604030504040204" pitchFamily="34" charset="0"/>
              </a:rPr>
              <a:t>st</a:t>
            </a:r>
            <a:r>
              <a:rPr kumimoji="0" lang="en-US" altLang="en-US" sz="1200">
                <a:latin typeface="Verdana" panose="020B0604030504040204" pitchFamily="34" charset="0"/>
              </a:rPr>
              <a:t> April, 2022 (Resolution attached)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kumimoji="0" lang="en-US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467D43-16B2-444C-E5C0-A3B7E4B5B76E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1125538"/>
          <a:ext cx="7954964" cy="4394196"/>
        </p:xfrm>
        <a:graphic>
          <a:graphicData uri="http://schemas.openxmlformats.org/drawingml/2006/table">
            <a:tbl>
              <a:tblPr/>
              <a:tblGrid>
                <a:gridCol w="641745">
                  <a:extLst>
                    <a:ext uri="{9D8B030D-6E8A-4147-A177-3AD203B41FA5}">
                      <a16:colId xmlns:a16="http://schemas.microsoft.com/office/drawing/2014/main" val="1541529974"/>
                    </a:ext>
                  </a:extLst>
                </a:gridCol>
                <a:gridCol w="641745">
                  <a:extLst>
                    <a:ext uri="{9D8B030D-6E8A-4147-A177-3AD203B41FA5}">
                      <a16:colId xmlns:a16="http://schemas.microsoft.com/office/drawing/2014/main" val="4176458720"/>
                    </a:ext>
                  </a:extLst>
                </a:gridCol>
                <a:gridCol w="895769">
                  <a:extLst>
                    <a:ext uri="{9D8B030D-6E8A-4147-A177-3AD203B41FA5}">
                      <a16:colId xmlns:a16="http://schemas.microsoft.com/office/drawing/2014/main" val="3948691230"/>
                    </a:ext>
                  </a:extLst>
                </a:gridCol>
                <a:gridCol w="641745">
                  <a:extLst>
                    <a:ext uri="{9D8B030D-6E8A-4147-A177-3AD203B41FA5}">
                      <a16:colId xmlns:a16="http://schemas.microsoft.com/office/drawing/2014/main" val="1292069286"/>
                    </a:ext>
                  </a:extLst>
                </a:gridCol>
                <a:gridCol w="641745">
                  <a:extLst>
                    <a:ext uri="{9D8B030D-6E8A-4147-A177-3AD203B41FA5}">
                      <a16:colId xmlns:a16="http://schemas.microsoft.com/office/drawing/2014/main" val="3505023091"/>
                    </a:ext>
                  </a:extLst>
                </a:gridCol>
                <a:gridCol w="641745">
                  <a:extLst>
                    <a:ext uri="{9D8B030D-6E8A-4147-A177-3AD203B41FA5}">
                      <a16:colId xmlns:a16="http://schemas.microsoft.com/office/drawing/2014/main" val="1131518592"/>
                    </a:ext>
                  </a:extLst>
                </a:gridCol>
                <a:gridCol w="641745">
                  <a:extLst>
                    <a:ext uri="{9D8B030D-6E8A-4147-A177-3AD203B41FA5}">
                      <a16:colId xmlns:a16="http://schemas.microsoft.com/office/drawing/2014/main" val="739110986"/>
                    </a:ext>
                  </a:extLst>
                </a:gridCol>
                <a:gridCol w="641745">
                  <a:extLst>
                    <a:ext uri="{9D8B030D-6E8A-4147-A177-3AD203B41FA5}">
                      <a16:colId xmlns:a16="http://schemas.microsoft.com/office/drawing/2014/main" val="2616534675"/>
                    </a:ext>
                  </a:extLst>
                </a:gridCol>
                <a:gridCol w="641745">
                  <a:extLst>
                    <a:ext uri="{9D8B030D-6E8A-4147-A177-3AD203B41FA5}">
                      <a16:colId xmlns:a16="http://schemas.microsoft.com/office/drawing/2014/main" val="1750901173"/>
                    </a:ext>
                  </a:extLst>
                </a:gridCol>
                <a:gridCol w="641745">
                  <a:extLst>
                    <a:ext uri="{9D8B030D-6E8A-4147-A177-3AD203B41FA5}">
                      <a16:colId xmlns:a16="http://schemas.microsoft.com/office/drawing/2014/main" val="915655725"/>
                    </a:ext>
                  </a:extLst>
                </a:gridCol>
                <a:gridCol w="641745">
                  <a:extLst>
                    <a:ext uri="{9D8B030D-6E8A-4147-A177-3AD203B41FA5}">
                      <a16:colId xmlns:a16="http://schemas.microsoft.com/office/drawing/2014/main" val="3951260270"/>
                    </a:ext>
                  </a:extLst>
                </a:gridCol>
                <a:gridCol w="641745">
                  <a:extLst>
                    <a:ext uri="{9D8B030D-6E8A-4147-A177-3AD203B41FA5}">
                      <a16:colId xmlns:a16="http://schemas.microsoft.com/office/drawing/2014/main" val="1324967921"/>
                    </a:ext>
                  </a:extLst>
                </a:gridCol>
              </a:tblGrid>
              <a:tr h="244122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826231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Sales INR Mio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8161082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0420700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028246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914495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1074423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185263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7673289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8815706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210661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101.33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810478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126.67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22922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098836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162.82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153130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6236293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147.861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106831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173960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04927"/>
                  </a:ext>
                </a:extLst>
              </a:tr>
            </a:tbl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4279D23-4D22-6B12-6E3E-5C93066B4245}"/>
              </a:ext>
            </a:extLst>
          </p:cNvPr>
          <p:cNvGraphicFramePr/>
          <p:nvPr/>
        </p:nvGraphicFramePr>
        <p:xfrm>
          <a:off x="2727689" y="1488145"/>
          <a:ext cx="4812936" cy="36378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1984" name="TextBox 3">
            <a:extLst>
              <a:ext uri="{FF2B5EF4-FFF2-40B4-BE49-F238E27FC236}">
                <a16:creationId xmlns:a16="http://schemas.microsoft.com/office/drawing/2014/main" id="{51F51FF1-51D0-EC24-9BBB-B57F9449E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163" y="5302250"/>
            <a:ext cx="61928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latin typeface="Verdana" panose="020B0604030504040204" pitchFamily="34" charset="0"/>
              </a:rPr>
              <a:t>Estimated sales for 2021-22 will be 200 million INR </a:t>
            </a:r>
            <a:endParaRPr lang="en-IN" altLang="en-US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>
            <a:extLst>
              <a:ext uri="{FF2B5EF4-FFF2-40B4-BE49-F238E27FC236}">
                <a16:creationId xmlns:a16="http://schemas.microsoft.com/office/drawing/2014/main" id="{E8779FEB-E66E-3C8A-1D31-8A97C67389D6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516688" y="4941888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2771" name="Rectangle 6">
            <a:extLst>
              <a:ext uri="{FF2B5EF4-FFF2-40B4-BE49-F238E27FC236}">
                <a16:creationId xmlns:a16="http://schemas.microsoft.com/office/drawing/2014/main" id="{CD22ACE2-8342-C1F9-F521-10156F42C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1AEE7781-2A6D-3D59-5F83-7BA0E0096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" y="1074738"/>
            <a:ext cx="7364413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2400" b="1" dirty="0">
                <a:latin typeface="+mj-lt"/>
              </a:rPr>
              <a:t>Volumes – </a:t>
            </a:r>
            <a:r>
              <a:rPr kumimoji="0" lang="en-US" altLang="en-US" sz="2400" b="1" dirty="0" err="1">
                <a:latin typeface="+mj-lt"/>
              </a:rPr>
              <a:t>Qty</a:t>
            </a:r>
            <a:r>
              <a:rPr kumimoji="0" lang="en-US" altLang="en-US" sz="2400" b="1" dirty="0">
                <a:latin typeface="+mj-lt"/>
              </a:rPr>
              <a:t> of Pumps</a:t>
            </a:r>
          </a:p>
        </p:txBody>
      </p:sp>
      <p:pic>
        <p:nvPicPr>
          <p:cNvPr id="32773" name="Picture 1">
            <a:extLst>
              <a:ext uri="{FF2B5EF4-FFF2-40B4-BE49-F238E27FC236}">
                <a16:creationId xmlns:a16="http://schemas.microsoft.com/office/drawing/2014/main" id="{253C128F-E28B-8CB1-F7CA-0F815236A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75" y="1804988"/>
            <a:ext cx="7934325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>
            <a:extLst>
              <a:ext uri="{FF2B5EF4-FFF2-40B4-BE49-F238E27FC236}">
                <a16:creationId xmlns:a16="http://schemas.microsoft.com/office/drawing/2014/main" id="{87AA851F-DF6B-6803-DEA0-04AF2919CE1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030913" y="4564063"/>
            <a:ext cx="142875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05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2867B07-DEEB-D817-380A-8E9401E7C165}"/>
              </a:ext>
            </a:extLst>
          </p:cNvPr>
          <p:cNvSpPr txBox="1">
            <a:spLocks/>
          </p:cNvSpPr>
          <p:nvPr/>
        </p:nvSpPr>
        <p:spPr>
          <a:xfrm>
            <a:off x="1223963" y="1676400"/>
            <a:ext cx="6535737" cy="54451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Product wise Break Up  (since2011)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52C17543-8813-60C4-74C0-88FDDCAEE132}"/>
              </a:ext>
            </a:extLst>
          </p:cNvPr>
          <p:cNvSpPr txBox="1">
            <a:spLocks/>
          </p:cNvSpPr>
          <p:nvPr/>
        </p:nvSpPr>
        <p:spPr>
          <a:xfrm>
            <a:off x="1485900" y="2087563"/>
            <a:ext cx="6172200" cy="33940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buFontTx/>
              <a:buNone/>
              <a:defRPr/>
            </a:pPr>
            <a:endParaRPr lang="en-US" sz="1800" dirty="0">
              <a:ea typeface="宋体" charset="-122"/>
            </a:endParaRPr>
          </a:p>
          <a:p>
            <a:pPr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en-US" sz="1800" dirty="0">
                <a:ea typeface="宋体" charset="-122"/>
              </a:rPr>
              <a:t>VT/ KVT series – 6221 </a:t>
            </a:r>
            <a:r>
              <a:rPr lang="en-US" sz="1800" dirty="0" err="1">
                <a:ea typeface="宋体" charset="-122"/>
              </a:rPr>
              <a:t>nos</a:t>
            </a:r>
            <a:r>
              <a:rPr lang="en-US" sz="1800" dirty="0">
                <a:ea typeface="宋体" charset="-122"/>
              </a:rPr>
              <a:t>   Dry Vacuum Vane Pumps </a:t>
            </a:r>
          </a:p>
          <a:p>
            <a:pPr>
              <a:lnSpc>
                <a:spcPct val="80000"/>
              </a:lnSpc>
              <a:buFont typeface="Wingdings" pitchFamily="2" charset="2"/>
              <a:buChar char="ü"/>
              <a:defRPr/>
            </a:pPr>
            <a:endParaRPr lang="en-US" sz="1800" dirty="0">
              <a:ea typeface="宋体" charset="-122"/>
            </a:endParaRPr>
          </a:p>
          <a:p>
            <a:pPr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en-US" sz="1800" dirty="0">
                <a:ea typeface="宋体" charset="-122"/>
              </a:rPr>
              <a:t>T/DVT/DT series – 1224 </a:t>
            </a:r>
            <a:r>
              <a:rPr lang="en-US" sz="1800" dirty="0" err="1">
                <a:ea typeface="宋体" charset="-122"/>
              </a:rPr>
              <a:t>nos</a:t>
            </a:r>
            <a:r>
              <a:rPr lang="en-US" sz="1800" dirty="0">
                <a:ea typeface="宋体" charset="-122"/>
              </a:rPr>
              <a:t> </a:t>
            </a:r>
            <a:r>
              <a:rPr lang="en-US" sz="1800" dirty="0" err="1">
                <a:ea typeface="宋体" charset="-122"/>
              </a:rPr>
              <a:t>Presure</a:t>
            </a:r>
            <a:r>
              <a:rPr lang="en-US" sz="1800" dirty="0">
                <a:ea typeface="宋体" charset="-122"/>
              </a:rPr>
              <a:t>-Vacuum Combined </a:t>
            </a:r>
          </a:p>
          <a:p>
            <a:pPr>
              <a:lnSpc>
                <a:spcPct val="80000"/>
              </a:lnSpc>
              <a:buFont typeface="Wingdings" pitchFamily="2" charset="2"/>
              <a:buChar char="ü"/>
              <a:defRPr/>
            </a:pPr>
            <a:endParaRPr lang="en-US" sz="1800" dirty="0">
              <a:ea typeface="宋体" charset="-122"/>
            </a:endParaRPr>
          </a:p>
          <a:p>
            <a:pPr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en-US" sz="1800" dirty="0">
                <a:ea typeface="宋体" charset="-122"/>
              </a:rPr>
              <a:t>U/O series – 216 </a:t>
            </a:r>
            <a:r>
              <a:rPr lang="en-US" sz="1800" dirty="0" err="1">
                <a:ea typeface="宋体" charset="-122"/>
              </a:rPr>
              <a:t>nos</a:t>
            </a:r>
            <a:r>
              <a:rPr lang="en-US" sz="1800" dirty="0">
                <a:ea typeface="宋体" charset="-122"/>
              </a:rPr>
              <a:t>  Oil Lubricated Vane Pumps </a:t>
            </a:r>
          </a:p>
          <a:p>
            <a:pPr>
              <a:lnSpc>
                <a:spcPct val="80000"/>
              </a:lnSpc>
              <a:buFont typeface="Wingdings" pitchFamily="2" charset="2"/>
              <a:buChar char="ü"/>
              <a:defRPr/>
            </a:pPr>
            <a:endParaRPr lang="en-US" sz="1800" dirty="0">
              <a:ea typeface="宋体" charset="-122"/>
            </a:endParaRPr>
          </a:p>
          <a:p>
            <a:pPr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en-US" sz="1800" dirty="0">
                <a:ea typeface="宋体" charset="-122"/>
              </a:rPr>
              <a:t>SV Series –  952 </a:t>
            </a:r>
            <a:r>
              <a:rPr lang="en-US" sz="1800" dirty="0" err="1">
                <a:ea typeface="宋体" charset="-122"/>
              </a:rPr>
              <a:t>nos</a:t>
            </a:r>
            <a:r>
              <a:rPr lang="en-US" sz="1800" dirty="0">
                <a:ea typeface="宋体" charset="-122"/>
              </a:rPr>
              <a:t>  Side Channel Blowers </a:t>
            </a:r>
          </a:p>
          <a:p>
            <a:pPr>
              <a:lnSpc>
                <a:spcPct val="80000"/>
              </a:lnSpc>
              <a:buFont typeface="Wingdings" pitchFamily="2" charset="2"/>
              <a:buChar char="ü"/>
              <a:defRPr/>
            </a:pPr>
            <a:endParaRPr lang="en-US" sz="1800" dirty="0">
              <a:ea typeface="宋体" charset="-122"/>
            </a:endParaRPr>
          </a:p>
          <a:p>
            <a:pPr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en-US" sz="1800" dirty="0">
                <a:ea typeface="宋体" charset="-122"/>
              </a:rPr>
              <a:t>VTLF/DTLF -   174 </a:t>
            </a:r>
            <a:r>
              <a:rPr lang="en-US" sz="1800" dirty="0" err="1">
                <a:ea typeface="宋体" charset="-122"/>
              </a:rPr>
              <a:t>nos</a:t>
            </a:r>
            <a:r>
              <a:rPr lang="en-US" sz="1800" dirty="0">
                <a:ea typeface="宋体" charset="-122"/>
              </a:rPr>
              <a:t>  Large Dry Vane Pumps </a:t>
            </a:r>
          </a:p>
          <a:p>
            <a:pPr>
              <a:lnSpc>
                <a:spcPct val="80000"/>
              </a:lnSpc>
              <a:defRPr/>
            </a:pPr>
            <a:endParaRPr lang="en-US" sz="1800" dirty="0">
              <a:ea typeface="宋体" charset="-122"/>
            </a:endParaRPr>
          </a:p>
          <a:p>
            <a:pPr>
              <a:lnSpc>
                <a:spcPct val="80000"/>
              </a:lnSpc>
              <a:defRPr/>
            </a:pPr>
            <a:r>
              <a:rPr lang="en-US" sz="1800" dirty="0">
                <a:ea typeface="宋体" charset="-122"/>
              </a:rPr>
              <a:t>Total pumps sold since 2011 -  8787 </a:t>
            </a:r>
            <a:r>
              <a:rPr lang="en-US" sz="1800" dirty="0" err="1">
                <a:ea typeface="宋体" charset="-122"/>
              </a:rPr>
              <a:t>nos</a:t>
            </a:r>
            <a:r>
              <a:rPr lang="en-US" sz="1800" dirty="0">
                <a:ea typeface="宋体" charset="-122"/>
              </a:rPr>
              <a:t> ( 2011-2020)</a:t>
            </a:r>
          </a:p>
          <a:p>
            <a:pPr marL="0" indent="0">
              <a:lnSpc>
                <a:spcPct val="80000"/>
              </a:lnSpc>
              <a:buFontTx/>
              <a:buNone/>
              <a:defRPr/>
            </a:pPr>
            <a:endParaRPr lang="en-US" sz="1800" dirty="0">
              <a:ea typeface="宋体" charset="-122"/>
            </a:endParaRPr>
          </a:p>
          <a:p>
            <a:pPr>
              <a:lnSpc>
                <a:spcPct val="80000"/>
              </a:lnSpc>
              <a:defRPr/>
            </a:pPr>
            <a:endParaRPr lang="en-US" sz="1800" dirty="0">
              <a:ea typeface="宋体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4">
            <a:extLst>
              <a:ext uri="{FF2B5EF4-FFF2-40B4-BE49-F238E27FC236}">
                <a16:creationId xmlns:a16="http://schemas.microsoft.com/office/drawing/2014/main" id="{A8AB053D-C012-21BA-FF51-8598C7A4C75A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5975350" y="4508500"/>
            <a:ext cx="142875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05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8131" name="Rectangle 4">
            <a:extLst>
              <a:ext uri="{FF2B5EF4-FFF2-40B4-BE49-F238E27FC236}">
                <a16:creationId xmlns:a16="http://schemas.microsoft.com/office/drawing/2014/main" id="{CAD5EF66-B9B1-ECFD-52F5-85BF62713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954213"/>
            <a:ext cx="779463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350">
              <a:latin typeface="Verdana" panose="020B0604030504040204" pitchFamily="34" charset="0"/>
            </a:endParaRP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D54D9609-FABF-941B-7AFD-7ED369A1A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988" y="1549400"/>
            <a:ext cx="61722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latin typeface="Verdana" panose="020B0604030504040204" pitchFamily="34" charset="0"/>
              </a:rPr>
              <a:t>Major OEMs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DC09B78-EA0E-0867-8459-DEDEF599C813}"/>
              </a:ext>
            </a:extLst>
          </p:cNvPr>
          <p:cNvGraphicFramePr>
            <a:graphicFrameLocks noGrp="1"/>
          </p:cNvGraphicFramePr>
          <p:nvPr/>
        </p:nvGraphicFramePr>
        <p:xfrm>
          <a:off x="1684338" y="2074863"/>
          <a:ext cx="4772025" cy="40465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42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4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3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513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No.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NAME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SEGMENT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ACHIEVED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MODEL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36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ACG PAM Group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Pharma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KVT 3.80/VT 4.40/VT 4.10/VT 4.25/SV 5.90/SV 201</a:t>
                      </a:r>
                    </a:p>
                  </a:txBody>
                  <a:tcPr marL="7145" marR="7145" marT="7141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3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Pace Packaging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 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Pharma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 4.25</a:t>
                      </a:r>
                    </a:p>
                  </a:txBody>
                  <a:tcPr marL="7145" marR="7145" marT="7141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4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Uflex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Ltd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Packaging Machine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 4.16</a:t>
                      </a:r>
                    </a:p>
                  </a:txBody>
                  <a:tcPr marL="7145" marR="7145" marT="7141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88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Line O Matic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Graphic Art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032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T 4.25 /VT 4.40</a:t>
                      </a:r>
                    </a:p>
                  </a:txBody>
                  <a:tcPr marL="7145" marR="7145" marT="7141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4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NKP Pharma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Pharma Packaging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047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 4.16 /KVT 3.80</a:t>
                      </a:r>
                    </a:p>
                  </a:txBody>
                  <a:tcPr marL="7145" marR="7145" marT="7141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9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Excel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Machienry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Graphic Art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035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DVT 3.60</a:t>
                      </a:r>
                    </a:p>
                  </a:txBody>
                  <a:tcPr marL="7145" marR="7145" marT="7141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4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HMT Machines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Graphics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004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DVT 3.60</a:t>
                      </a:r>
                    </a:p>
                  </a:txBody>
                  <a:tcPr marL="7145" marR="7145" marT="7141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4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Pratham Technologies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Pharma Machinery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028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T 4.25 /VT 4.8</a:t>
                      </a:r>
                    </a:p>
                  </a:txBody>
                  <a:tcPr marL="7145" marR="7145" marT="7141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4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Alpana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Visual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Packging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Packaging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005</a:t>
                      </a:r>
                    </a:p>
                  </a:txBody>
                  <a:tcPr marL="7145" marR="7145" marT="7141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DVT 3.60</a:t>
                      </a:r>
                    </a:p>
                  </a:txBody>
                  <a:tcPr marL="7145" marR="7145" marT="7141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4">
            <a:extLst>
              <a:ext uri="{FF2B5EF4-FFF2-40B4-BE49-F238E27FC236}">
                <a16:creationId xmlns:a16="http://schemas.microsoft.com/office/drawing/2014/main" id="{F2A7CB9A-E7E4-FBA9-B28F-ECAE10711C2B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030913" y="4564063"/>
            <a:ext cx="142875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05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0179" name="Rectangle 4">
            <a:extLst>
              <a:ext uri="{FF2B5EF4-FFF2-40B4-BE49-F238E27FC236}">
                <a16:creationId xmlns:a16="http://schemas.microsoft.com/office/drawing/2014/main" id="{0D7DA638-7145-0D90-4E28-B5D1AD2F1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954213"/>
            <a:ext cx="779463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350">
              <a:latin typeface="Verdana" panose="020B0604030504040204" pitchFamily="34" charset="0"/>
            </a:endParaRPr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38B6B973-285E-3FD9-2748-2ADFBDDD1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988" y="1549400"/>
            <a:ext cx="61722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Major OEMs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36CC9F9-5A3F-7A17-F1CB-838DBE7FC621}"/>
              </a:ext>
            </a:extLst>
          </p:cNvPr>
          <p:cNvGraphicFramePr>
            <a:graphicFrameLocks noGrp="1"/>
          </p:cNvGraphicFramePr>
          <p:nvPr/>
        </p:nvGraphicFramePr>
        <p:xfrm>
          <a:off x="1701800" y="1979613"/>
          <a:ext cx="5616575" cy="375767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99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6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504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No.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NAME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SEGMENT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ACHIEVED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MODEL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3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4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Saan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Engineers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Pharma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033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SV 300/2 &amp; KVT 3.80</a:t>
                      </a:r>
                    </a:p>
                  </a:txBody>
                  <a:tcPr marL="7144" marR="7144" marT="7139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Glatt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System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 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Pharma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022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KVT 3.140 &amp;VTLF 2.250</a:t>
                      </a:r>
                    </a:p>
                  </a:txBody>
                  <a:tcPr marL="7144" marR="7144" marT="7139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4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Tapasya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Engineering 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Pneumatic Conveying 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003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KVT 3.140 &amp; KVT 3.80 </a:t>
                      </a:r>
                    </a:p>
                  </a:txBody>
                  <a:tcPr marL="7144" marR="7144" marT="7139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7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EM SHIVMANI/ ENERGY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latin typeface="Arial"/>
                        </a:rPr>
                        <a:t> PACK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 Packaging 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008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latin typeface="Arial"/>
                        </a:rPr>
                        <a:t> 4.8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4" marR="7144" marT="7139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4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PARAS PHARMA 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 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Pharma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Machines 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000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KVT 3.80 +VT 4.40</a:t>
                      </a:r>
                    </a:p>
                  </a:txBody>
                  <a:tcPr marL="7144" marR="7144" marT="7139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Anchor Mark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Pharma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016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KVT 3.80</a:t>
                      </a:r>
                    </a:p>
                  </a:txBody>
                  <a:tcPr marL="7144" marR="7144" marT="7139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Solace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Engg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Pharma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000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SV 300/1 &amp; SV 300/2</a:t>
                      </a:r>
                    </a:p>
                  </a:txBody>
                  <a:tcPr marL="7144" marR="7144" marT="7139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7767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RPFM Technology 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 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Pharma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053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 4.16/4.25/4.25/KVT 3.80/SV blowers </a:t>
                      </a:r>
                    </a:p>
                  </a:txBody>
                  <a:tcPr marL="7144" marR="7144" marT="7139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98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Pakona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</a:rPr>
                        <a:t>Engg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 PACKAGING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011</a:t>
                      </a:r>
                    </a:p>
                  </a:txBody>
                  <a:tcPr marL="7144" marR="7144" marT="713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 4.40</a:t>
                      </a:r>
                    </a:p>
                  </a:txBody>
                  <a:tcPr marL="7144" marR="7144" marT="7139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50FEFF11-DB60-F747-C4BD-02562269D26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47813" y="998538"/>
            <a:ext cx="5829300" cy="110331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b="1" dirty="0">
                <a:solidFill>
                  <a:srgbClr val="C00000"/>
                </a:solidFill>
                <a:latin typeface="Verdana" panose="020B0604030504040204" pitchFamily="34" charset="0"/>
              </a:rPr>
              <a:t>Major OEMs</a:t>
            </a:r>
            <a:br>
              <a:rPr lang="en-US" altLang="en-US" b="1" dirty="0">
                <a:solidFill>
                  <a:schemeClr val="accent2"/>
                </a:solidFill>
                <a:latin typeface="Verdana" panose="020B0604030504040204" pitchFamily="34" charset="0"/>
              </a:rPr>
            </a:br>
            <a:endParaRPr lang="en-IN" altLang="en-US" dirty="0"/>
          </a:p>
        </p:txBody>
      </p:sp>
      <p:sp>
        <p:nvSpPr>
          <p:cNvPr id="40963" name="Subtitle 2">
            <a:extLst>
              <a:ext uri="{FF2B5EF4-FFF2-40B4-BE49-F238E27FC236}">
                <a16:creationId xmlns:a16="http://schemas.microsoft.com/office/drawing/2014/main" id="{DC44BA6D-C37F-1E04-3EC2-48222AE24AB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47813" y="1701800"/>
            <a:ext cx="6048375" cy="3995738"/>
          </a:xfrm>
        </p:spPr>
        <p:txBody>
          <a:bodyPr/>
          <a:lstStyle/>
          <a:p>
            <a:endParaRPr lang="en-IN" alt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82F84D-4FCD-7B70-F693-1842F786548C}"/>
              </a:ext>
            </a:extLst>
          </p:cNvPr>
          <p:cNvGraphicFramePr>
            <a:graphicFrameLocks noGrp="1"/>
          </p:cNvGraphicFramePr>
          <p:nvPr/>
        </p:nvGraphicFramePr>
        <p:xfrm>
          <a:off x="1701800" y="1646238"/>
          <a:ext cx="5653088" cy="390366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14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7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6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72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No.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NAME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SEGMENT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ACHIEVED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MODEL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7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4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AMACE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ADDICTIVE 3-D MFG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HEAT EXCHANGER</a:t>
                      </a:r>
                    </a:p>
                  </a:txBody>
                  <a:tcPr marL="7144" marR="7144" marT="7142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4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AMBICA PHARMA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PHARMA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006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 4.25 /u 5.70</a:t>
                      </a:r>
                    </a:p>
                  </a:txBody>
                  <a:tcPr marL="7144" marR="7144" marT="7142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4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AVISH MACHINES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BOX MAKING MACHINES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005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 4.10 / Vt 4.16</a:t>
                      </a:r>
                    </a:p>
                  </a:txBody>
                  <a:tcPr marL="7144" marR="7144" marT="7142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BINDWELL TECHNOLOGY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029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T 4.16</a:t>
                      </a:r>
                    </a:p>
                  </a:txBody>
                  <a:tcPr marL="7144" marR="7144" marT="7142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4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BOWMAN &amp; ARCHER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PHARMA MACHINERY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003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SV 500</a:t>
                      </a:r>
                    </a:p>
                  </a:txBody>
                  <a:tcPr marL="7144" marR="7144" marT="7142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4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CAPTECH SYSTEMS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PHARMA MACHINERY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001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KVT 3.80</a:t>
                      </a:r>
                    </a:p>
                  </a:txBody>
                  <a:tcPr marL="7144" marR="7144" marT="7142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50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CORBETT IND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PNEUMATIC LIFTING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011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 4.8</a:t>
                      </a:r>
                    </a:p>
                  </a:txBody>
                  <a:tcPr marL="7144" marR="7144" marT="7142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4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COGENT AUTOMATION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SYSTEM INTEGRATER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001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U 5.100</a:t>
                      </a:r>
                    </a:p>
                  </a:txBody>
                  <a:tcPr marL="7144" marR="7144" marT="7142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48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CYBERNETIK TECHNOLOGIES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PHARMA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002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SV 1100</a:t>
                      </a:r>
                    </a:p>
                  </a:txBody>
                  <a:tcPr marL="7144" marR="7144" marT="7142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>
            <a:extLst>
              <a:ext uri="{FF2B5EF4-FFF2-40B4-BE49-F238E27FC236}">
                <a16:creationId xmlns:a16="http://schemas.microsoft.com/office/drawing/2014/main" id="{F5B3432B-D73A-7D04-5BAA-669ECA3FD8F4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030913" y="4564063"/>
            <a:ext cx="142875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05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3251" name="Rectangle 4">
            <a:extLst>
              <a:ext uri="{FF2B5EF4-FFF2-40B4-BE49-F238E27FC236}">
                <a16:creationId xmlns:a16="http://schemas.microsoft.com/office/drawing/2014/main" id="{150E0D89-5BBC-CE65-D6C2-4CACCEB0B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954213"/>
            <a:ext cx="779463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350">
              <a:latin typeface="Verdana" panose="020B060403050404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08643A-4622-1D24-74FE-CB4D71ACA27C}"/>
              </a:ext>
            </a:extLst>
          </p:cNvPr>
          <p:cNvSpPr/>
          <p:nvPr/>
        </p:nvSpPr>
        <p:spPr>
          <a:xfrm>
            <a:off x="1143000" y="5643563"/>
            <a:ext cx="6858000" cy="26987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IN"/>
          </a:p>
        </p:txBody>
      </p:sp>
      <p:sp>
        <p:nvSpPr>
          <p:cNvPr id="41989" name="Rectangle 2">
            <a:extLst>
              <a:ext uri="{FF2B5EF4-FFF2-40B4-BE49-F238E27FC236}">
                <a16:creationId xmlns:a16="http://schemas.microsoft.com/office/drawing/2014/main" id="{841E4210-A536-87E7-EA35-D8F72D8B1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988" y="1549400"/>
            <a:ext cx="61722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Major OEMs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556B9E0-7F9D-BB20-670D-F4E402207DB2}"/>
              </a:ext>
            </a:extLst>
          </p:cNvPr>
          <p:cNvGraphicFramePr>
            <a:graphicFrameLocks noGrp="1"/>
          </p:cNvGraphicFramePr>
          <p:nvPr/>
        </p:nvGraphicFramePr>
        <p:xfrm>
          <a:off x="1701800" y="1979613"/>
          <a:ext cx="5616575" cy="357037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99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6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503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No.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NAME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SEGMENT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ACHIEVED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MODEL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3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4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DECBECTOCHEM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PHARMA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003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U 5.300 / U 5.165</a:t>
                      </a:r>
                    </a:p>
                  </a:txBody>
                  <a:tcPr marL="7144" marR="7144" marT="7138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2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EXTENITY SYSTEMS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PHARMA MACHINERY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002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SV 300</a:t>
                      </a:r>
                    </a:p>
                  </a:txBody>
                  <a:tcPr marL="7144" marR="7144" marT="7138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4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FABLIFE PROCESS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PHARMA MACHINERY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001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SV 700</a:t>
                      </a:r>
                    </a:p>
                  </a:txBody>
                  <a:tcPr marL="7144" marR="7144" marT="7138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71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FERROCARE MACHINES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OIL FILTRATION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001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U 5.70</a:t>
                      </a:r>
                    </a:p>
                  </a:txBody>
                  <a:tcPr marL="7144" marR="7144" marT="7138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4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GANSON PVT LTD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PHARMA MACHINERY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022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SV 300 / SV 400</a:t>
                      </a:r>
                    </a:p>
                  </a:txBody>
                  <a:tcPr marL="7144" marR="7144" marT="7138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4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HASSIA PACKAGING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PHARMA MACHINERY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001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KVT 3.80</a:t>
                      </a:r>
                    </a:p>
                  </a:txBody>
                  <a:tcPr marL="7144" marR="7144" marT="7138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2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HUARONG PLASTIC MACHINERY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PLASTIC MACHIENRY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002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 4.16</a:t>
                      </a:r>
                    </a:p>
                  </a:txBody>
                  <a:tcPr marL="7144" marR="7144" marT="7138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4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KEVIN PROCESS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PHARMA MACHINERY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008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KVT 3.80 / SV 500</a:t>
                      </a:r>
                    </a:p>
                  </a:txBody>
                  <a:tcPr marL="7144" marR="7144" marT="7138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4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KOHIMA MACHINE TOOLS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PACKAGING MACHINERY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005</a:t>
                      </a:r>
                    </a:p>
                  </a:txBody>
                  <a:tcPr marL="7144" marR="7144" marT="713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T 4.25</a:t>
                      </a:r>
                    </a:p>
                  </a:txBody>
                  <a:tcPr marL="7144" marR="7144" marT="7138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61941FAF-9F71-2E9F-0736-6DC19485F1B5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030913" y="4564063"/>
            <a:ext cx="142875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05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5299" name="Rectangle 4">
            <a:extLst>
              <a:ext uri="{FF2B5EF4-FFF2-40B4-BE49-F238E27FC236}">
                <a16:creationId xmlns:a16="http://schemas.microsoft.com/office/drawing/2014/main" id="{DAA26035-C6C6-A9B6-08A6-D3A485393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954213"/>
            <a:ext cx="779463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350">
              <a:latin typeface="Verdana" panose="020B0604030504040204" pitchFamily="34" charset="0"/>
            </a:endParaRPr>
          </a:p>
        </p:txBody>
      </p:sp>
      <p:sp>
        <p:nvSpPr>
          <p:cNvPr id="44036" name="Rectangle 2">
            <a:extLst>
              <a:ext uri="{FF2B5EF4-FFF2-40B4-BE49-F238E27FC236}">
                <a16:creationId xmlns:a16="http://schemas.microsoft.com/office/drawing/2014/main" id="{2B0A2852-278A-E58A-47FB-BC7A9B64C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988" y="1549400"/>
            <a:ext cx="61722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Major OEMs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AB78DC0-FB72-FC52-A804-6269CD2BD4E4}"/>
              </a:ext>
            </a:extLst>
          </p:cNvPr>
          <p:cNvGraphicFramePr>
            <a:graphicFrameLocks noGrp="1"/>
          </p:cNvGraphicFramePr>
          <p:nvPr/>
        </p:nvGraphicFramePr>
        <p:xfrm>
          <a:off x="1701800" y="1979613"/>
          <a:ext cx="5616575" cy="39211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99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6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513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No.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NAME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SEGMENT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ACHIEVED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MODEL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3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4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KRISTOR VACUUM EQUIPMENTS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ELETCRICAL / OIL FILTERTAION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001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U 5.70</a:t>
                      </a:r>
                    </a:p>
                  </a:txBody>
                  <a:tcPr marL="7144" marR="7144" marT="7142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39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LAXMI PHARMA EQUIPMENT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PHARMA MACHINERY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002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 4.16</a:t>
                      </a:r>
                    </a:p>
                  </a:txBody>
                  <a:tcPr marL="7144" marR="7144" marT="7142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05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MACHINECRAFT TECHNOLOGY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PHARMA MACHINERY</a:t>
                      </a:r>
                    </a:p>
                    <a:p>
                      <a:pPr algn="l" rtl="0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001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U 5.100</a:t>
                      </a:r>
                    </a:p>
                  </a:txBody>
                  <a:tcPr marL="7144" marR="7144" marT="7142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05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MECHON IND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PHARMA MACHINERY</a:t>
                      </a:r>
                    </a:p>
                    <a:p>
                      <a:pPr algn="l" rtl="0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002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U 5.100/ U 5.300</a:t>
                      </a:r>
                    </a:p>
                  </a:txBody>
                  <a:tcPr marL="7144" marR="7144" marT="7142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05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NU-VU CONAIR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PLASTIC MACHIENRY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004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SV 5.90/SV 130/SV 201/SV 300</a:t>
                      </a:r>
                    </a:p>
                  </a:txBody>
                  <a:tcPr marL="7144" marR="7144" marT="7142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4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PACIFAB TECHNOLOGY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PHARMA MACHINERY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023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 4.4/VT 4.8/KVT 3.80</a:t>
                      </a:r>
                    </a:p>
                  </a:txBody>
                  <a:tcPr marL="7144" marR="7144" marT="7142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45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PACKMECH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PACKAGING MACHINERY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002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 4.8</a:t>
                      </a:r>
                    </a:p>
                  </a:txBody>
                  <a:tcPr marL="7144" marR="7144" marT="7142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41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PENTAGON ASSEMBLY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ASSEMBLY AUTOMATION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002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 4.16 / VT 4.40</a:t>
                      </a:r>
                    </a:p>
                  </a:txBody>
                  <a:tcPr marL="7144" marR="7144" marT="7142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0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4" marR="7144" marT="7142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144" marR="7144" marT="7142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0EE5BD5C-AD2F-0C77-AF56-3A4C81AB0F96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030913" y="4564063"/>
            <a:ext cx="142875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05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7347" name="Rectangle 4">
            <a:extLst>
              <a:ext uri="{FF2B5EF4-FFF2-40B4-BE49-F238E27FC236}">
                <a16:creationId xmlns:a16="http://schemas.microsoft.com/office/drawing/2014/main" id="{7A5EE1E3-78C1-E3F5-F067-5FF4462E0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954213"/>
            <a:ext cx="779463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350">
              <a:latin typeface="Verdana" panose="020B0604030504040204" pitchFamily="34" charset="0"/>
            </a:endParaRPr>
          </a:p>
        </p:txBody>
      </p:sp>
      <p:sp>
        <p:nvSpPr>
          <p:cNvPr id="46084" name="Rectangle 2">
            <a:extLst>
              <a:ext uri="{FF2B5EF4-FFF2-40B4-BE49-F238E27FC236}">
                <a16:creationId xmlns:a16="http://schemas.microsoft.com/office/drawing/2014/main" id="{401DCE12-FEB2-8CA9-397C-09A927C1C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988" y="1549400"/>
            <a:ext cx="61722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Major OEMs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FE77739-BBC6-3EBA-B528-30C6AC6DC6C9}"/>
              </a:ext>
            </a:extLst>
          </p:cNvPr>
          <p:cNvGraphicFramePr>
            <a:graphicFrameLocks noGrp="1"/>
          </p:cNvGraphicFramePr>
          <p:nvPr/>
        </p:nvGraphicFramePr>
        <p:xfrm>
          <a:off x="1701800" y="1979613"/>
          <a:ext cx="5616575" cy="343060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99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6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499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No.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NAME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SEGMENT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ACHIEVED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MODEL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3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effectLst/>
                        </a:rPr>
                        <a:t> 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effectLst/>
                        </a:rPr>
                        <a:t> 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4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TECH MASTER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ENVELOP MAKING MACHINE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001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U 5.100</a:t>
                      </a:r>
                    </a:p>
                  </a:txBody>
                  <a:tcPr marL="7144" marR="7144" marT="7137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16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TECHNOSHEEL AUTOMATION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AUTOMATION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001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 4.25</a:t>
                      </a:r>
                    </a:p>
                  </a:txBody>
                  <a:tcPr marL="7144" marR="7144" marT="7137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4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TECHNO VALUE SOLUTIONS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CLEAN ROOM APPLICATION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001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VT4.40</a:t>
                      </a:r>
                    </a:p>
                  </a:txBody>
                  <a:tcPr marL="7144" marR="7144" marT="7137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6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TEJ MACHINE TOOLS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MACHINE BUILDING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002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VT4.16</a:t>
                      </a:r>
                    </a:p>
                  </a:txBody>
                  <a:tcPr marL="7144" marR="7144" marT="7137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89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THERMAX LTD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WATER TREATMENT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004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SV 300</a:t>
                      </a:r>
                    </a:p>
                  </a:txBody>
                  <a:tcPr marL="7144" marR="7144" marT="7137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4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TRUETECH MACHIENRY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GRAPHIC MACHINERY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004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DVT 3.80 / DVT 3.100 / T 4.25</a:t>
                      </a:r>
                    </a:p>
                  </a:txBody>
                  <a:tcPr marL="7144" marR="7144" marT="7137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18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UNIJET PNEUMATICS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LIFTING &amp; PNEUMATIC 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005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 4.4 / VT 4.8 / VT 4.10</a:t>
                      </a:r>
                    </a:p>
                  </a:txBody>
                  <a:tcPr marL="7144" marR="7144" marT="7137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89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XPERT PACKAGING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PACKAGING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001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VT 4.10</a:t>
                      </a:r>
                    </a:p>
                  </a:txBody>
                  <a:tcPr marL="7144" marR="7144" marT="7137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9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ZIXSOM PLAST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THERMO FORMING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001</a:t>
                      </a:r>
                    </a:p>
                  </a:txBody>
                  <a:tcPr marL="7144" marR="7144" marT="713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U 5.100</a:t>
                      </a:r>
                    </a:p>
                  </a:txBody>
                  <a:tcPr marL="7144" marR="7144" marT="7137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4">
            <a:extLst>
              <a:ext uri="{FF2B5EF4-FFF2-40B4-BE49-F238E27FC236}">
                <a16:creationId xmlns:a16="http://schemas.microsoft.com/office/drawing/2014/main" id="{2EE660E7-3C18-1DE4-B81F-0B5B7B5D695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030913" y="4564063"/>
            <a:ext cx="142875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05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722AC33D-2C29-EB17-8848-80939796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988" y="1549400"/>
            <a:ext cx="61722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Major END USERS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A1FCD87-A526-17D9-A68D-5A266BE2B5B5}"/>
              </a:ext>
            </a:extLst>
          </p:cNvPr>
          <p:cNvGraphicFramePr>
            <a:graphicFrameLocks noGrp="1"/>
          </p:cNvGraphicFramePr>
          <p:nvPr/>
        </p:nvGraphicFramePr>
        <p:xfrm>
          <a:off x="1477963" y="2092325"/>
          <a:ext cx="6172201" cy="3754477"/>
        </p:xfrm>
        <a:graphic>
          <a:graphicData uri="http://schemas.openxmlformats.org/drawingml/2006/table">
            <a:tbl>
              <a:tblPr/>
              <a:tblGrid>
                <a:gridCol w="933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2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6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2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807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Industry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Pump Model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Remarks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Myosre</a:t>
                      </a:r>
                      <a:r>
                        <a:rPr lang="en-IN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&amp; </a:t>
                      </a:r>
                      <a:r>
                        <a:rPr lang="en-IN" sz="1100" b="0" i="0" u="none" strike="noStrike" baseline="0" dirty="0" err="1">
                          <a:solidFill>
                            <a:srgbClr val="000000"/>
                          </a:solidFill>
                          <a:latin typeface="Calibri"/>
                        </a:rPr>
                        <a:t>Salboni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Bharatiya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Reserve</a:t>
                      </a:r>
                      <a:r>
                        <a:rPr lang="en-IN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Bank Note </a:t>
                      </a:r>
                      <a:r>
                        <a:rPr lang="en-IN" sz="1100" b="0" i="0" u="none" strike="noStrike" baseline="0" dirty="0" err="1">
                          <a:solidFill>
                            <a:srgbClr val="000000"/>
                          </a:solidFill>
                          <a:latin typeface="Calibri"/>
                        </a:rPr>
                        <a:t>Mudran</a:t>
                      </a:r>
                      <a:r>
                        <a:rPr lang="en-IN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Pvt Ltd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Security Printing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Pump + Spares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Govt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Organisation</a:t>
                      </a:r>
                      <a:r>
                        <a:rPr lang="en-IN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in currency printing ,maintaining more than 150 pumps </a:t>
                      </a:r>
                      <a:endParaRPr lang="pl-PL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3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Tirupati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Amararaja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Battereies</a:t>
                      </a:r>
                      <a:r>
                        <a:rPr lang="en-IN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Ltd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Battery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 5.100+spare parts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Banglore,Kolkatta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ITC Ltd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Printing &amp; Packaging &amp; FMCG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KVT 3.80/3.100+Spares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Huge &amp; regular buyer for Spares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Haridwar,Assam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Hindustan Unilever Ltd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FMCG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VT 4.8/4.16/4.25+Spares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8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Chennai,Mysore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J.K.Tyre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Tyre Industry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KVT 3.140 /KVX 3.140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Regular buyer for Spares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73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Maharashtra</a:t>
                      </a:r>
                      <a:r>
                        <a:rPr lang="en-IN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&amp; Punjab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Godrej &amp; Boyce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Appliances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 4.400 +4.100 +4.250+spares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Srilanka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Biomed International</a:t>
                      </a:r>
                      <a:r>
                        <a:rPr lang="en-IN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(P)Ltd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Spare</a:t>
                      </a:r>
                      <a:r>
                        <a:rPr lang="en-IN" sz="1100" b="0" i="0" u="none" strike="noStrike" baseline="0" dirty="0">
                          <a:solidFill>
                            <a:srgbClr val="000000"/>
                          </a:solidFill>
                          <a:latin typeface="Calibri"/>
                        </a:rPr>
                        <a:t> parts for U 4.40/4.100.4.190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Regular Buyer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30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Srilanka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Nestle Lanka LLP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VT 4.25+spares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4">
            <a:extLst>
              <a:ext uri="{FF2B5EF4-FFF2-40B4-BE49-F238E27FC236}">
                <a16:creationId xmlns:a16="http://schemas.microsoft.com/office/drawing/2014/main" id="{A16592F2-CB67-8277-C48C-7A34CD7805D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030913" y="4564063"/>
            <a:ext cx="142875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05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1443" name="Rectangle 4">
            <a:extLst>
              <a:ext uri="{FF2B5EF4-FFF2-40B4-BE49-F238E27FC236}">
                <a16:creationId xmlns:a16="http://schemas.microsoft.com/office/drawing/2014/main" id="{DA6F44CC-5265-95DC-995D-0DC2D7097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954213"/>
            <a:ext cx="779463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350">
              <a:latin typeface="Verdana" panose="020B0604030504040204" pitchFamily="34" charset="0"/>
            </a:endParaRPr>
          </a:p>
        </p:txBody>
      </p:sp>
      <p:sp>
        <p:nvSpPr>
          <p:cNvPr id="50180" name="Rectangle 2">
            <a:extLst>
              <a:ext uri="{FF2B5EF4-FFF2-40B4-BE49-F238E27FC236}">
                <a16:creationId xmlns:a16="http://schemas.microsoft.com/office/drawing/2014/main" id="{1C5B6385-04A4-64A9-4869-883AB7498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1408113"/>
            <a:ext cx="6172200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Verdana" panose="020B0604030504040204" pitchFamily="34" charset="0"/>
              </a:rPr>
              <a:t>Prospectus OEM Updation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8B9CE67-9A03-8FF2-5784-AD0AC29AE401}"/>
              </a:ext>
            </a:extLst>
          </p:cNvPr>
          <p:cNvGraphicFramePr>
            <a:graphicFrameLocks noGrp="1"/>
          </p:cNvGraphicFramePr>
          <p:nvPr/>
        </p:nvGraphicFramePr>
        <p:xfrm>
          <a:off x="1493838" y="2058988"/>
          <a:ext cx="6048373" cy="4103690"/>
        </p:xfrm>
        <a:graphic>
          <a:graphicData uri="http://schemas.openxmlformats.org/drawingml/2006/table">
            <a:tbl>
              <a:tblPr/>
              <a:tblGrid>
                <a:gridCol w="868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44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811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Industry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Pump Model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Annual Qty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Remarks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Mumbai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ACG -Pharma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Pharma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VT/KVT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pl-PL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Ahmedabad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Pace Packaging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Packaging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VT 4.25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170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Buying Regularly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0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Noida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Uflex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Ltd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Packaging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VT 4.16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220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Buying Regularly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52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Pune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Glatt Systems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Pharma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VTLF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Buying Regularly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0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Mumbai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Sann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Engg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Pharma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SV 300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Buying Regularly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Ahmedabad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RPFM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Pharma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SV /VT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Buying Regularly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0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Mumbai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Gansons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Pharma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SV 300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Buying Regularly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Ahmedabad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Excel Machineries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Graphic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DVT 3.60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Buying Regularly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Chennai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Ecotech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Water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Treatement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DT /KDT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Importing from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Gebr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Becker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0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Mumbai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Tapasya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Engg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Pharma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KVT/VTLF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Buying Regularly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9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Hyderabad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Qualitus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Pharma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Buying Regularly</a:t>
                      </a:r>
                      <a:endParaRPr lang="pl-PL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Ahmedabad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Vac-u-max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Pharma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SV 300/700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Buying for Projects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4">
            <a:extLst>
              <a:ext uri="{FF2B5EF4-FFF2-40B4-BE49-F238E27FC236}">
                <a16:creationId xmlns:a16="http://schemas.microsoft.com/office/drawing/2014/main" id="{FF7F0CA3-91D7-F39A-A576-6C4588F6DE3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030913" y="4564063"/>
            <a:ext cx="142875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05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3491" name="Rectangle 4">
            <a:extLst>
              <a:ext uri="{FF2B5EF4-FFF2-40B4-BE49-F238E27FC236}">
                <a16:creationId xmlns:a16="http://schemas.microsoft.com/office/drawing/2014/main" id="{39B356BB-8011-1996-E949-0CBC80D6A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954213"/>
            <a:ext cx="779463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350">
              <a:latin typeface="Verdana" panose="020B0604030504040204" pitchFamily="34" charset="0"/>
            </a:endParaRPr>
          </a:p>
        </p:txBody>
      </p:sp>
      <p:sp>
        <p:nvSpPr>
          <p:cNvPr id="52228" name="Rectangle 2">
            <a:extLst>
              <a:ext uri="{FF2B5EF4-FFF2-40B4-BE49-F238E27FC236}">
                <a16:creationId xmlns:a16="http://schemas.microsoft.com/office/drawing/2014/main" id="{E88F6905-33C8-07BE-529B-3893E486B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1408113"/>
            <a:ext cx="610235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Verdana" panose="020B0604030504040204" pitchFamily="34" charset="0"/>
              </a:rPr>
              <a:t>Prospectus OEM Updation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D6497D9-F1F6-C74B-55C9-2AFC82CBCDFB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1963738"/>
          <a:ext cx="6048375" cy="3621087"/>
        </p:xfrm>
        <a:graphic>
          <a:graphicData uri="http://schemas.openxmlformats.org/drawingml/2006/table">
            <a:tbl>
              <a:tblPr/>
              <a:tblGrid>
                <a:gridCol w="868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2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96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Industry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Pump Model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Annual Qty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Remarks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8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IN" sz="12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Vadodara</a:t>
                      </a: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Solace Engineering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Pharma industry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Blowers SV 400 &amp; higher capacity.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l-PL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Buying SV 300/2 &amp; SV 300/1 3 KW &amp; 4 KW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Mumbai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Anchor Mark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Pharma Industry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KVT 3.80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Buying Regularly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l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Ahmedabad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Ambika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Pharma Industry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VT 4.25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Buying for Projects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l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94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Pune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Hassia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Packaging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Packaging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VT 4.40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Buying Regularly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l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85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Nashik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Technoseal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VT /KVT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New OEM against Busch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1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Trichi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HMT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MAchinery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Packaging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DVT 3.60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Buying Regularly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Coimbatore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Unijet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Conveying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VARIAIR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New OEM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2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Mumbai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Snowbell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Pharma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VT/KVT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Buying Regularly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l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339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Delhi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Alpana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visuals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Graphics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DVT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Buying Regularly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4">
            <a:extLst>
              <a:ext uri="{FF2B5EF4-FFF2-40B4-BE49-F238E27FC236}">
                <a16:creationId xmlns:a16="http://schemas.microsoft.com/office/drawing/2014/main" id="{03975B4B-333F-973E-3A0F-104CB0C2D515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6516688" y="4941888"/>
            <a:ext cx="19050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1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4275" name="Rectangle 6">
            <a:extLst>
              <a:ext uri="{FF2B5EF4-FFF2-40B4-BE49-F238E27FC236}">
                <a16:creationId xmlns:a16="http://schemas.microsoft.com/office/drawing/2014/main" id="{E3B84C79-941A-2F16-B17B-B56592C81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id="{6E730324-C479-87BF-8E74-0E5055D79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96975"/>
            <a:ext cx="7993063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2400" b="1" dirty="0">
                <a:latin typeface="+mn-lt"/>
              </a:rPr>
              <a:t>Upbringing Growth Story for a Premium Bran</a:t>
            </a:r>
            <a:r>
              <a:rPr kumimoji="0" lang="en-US" altLang="en-US" sz="2400" dirty="0">
                <a:latin typeface="+mn-lt"/>
              </a:rPr>
              <a:t>d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72B0CD7-882F-5811-BB29-614C27A35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822450"/>
            <a:ext cx="8640762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altLang="en-US" sz="1200" dirty="0">
                <a:latin typeface="Verdana" panose="020B0604030504040204" pitchFamily="34" charset="0"/>
              </a:rPr>
              <a:t>When UPB started co-operation in around 2007, there were hardly 2 to 3 end customers importing the products.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altLang="en-US" sz="1200" dirty="0">
                <a:latin typeface="Verdana" panose="020B0604030504040204" pitchFamily="34" charset="0"/>
              </a:rPr>
              <a:t>From 2007 to 2021 we have developed many small / big OEMs, End customers. </a:t>
            </a:r>
          </a:p>
          <a:p>
            <a:pPr marL="1028700"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altLang="en-US" sz="1200" dirty="0">
                <a:latin typeface="Verdana" panose="020B0604030504040204" pitchFamily="34" charset="0"/>
              </a:rPr>
              <a:t>50+ OEMS with continuous business</a:t>
            </a:r>
          </a:p>
          <a:p>
            <a:pPr marL="1028700"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altLang="en-US" sz="1200" dirty="0">
                <a:latin typeface="Verdana" panose="020B0604030504040204" pitchFamily="34" charset="0"/>
              </a:rPr>
              <a:t>20+ New OEMs in pipeline.</a:t>
            </a:r>
          </a:p>
          <a:p>
            <a:pPr marL="1028700"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altLang="en-US" sz="1200" dirty="0">
                <a:latin typeface="Verdana" panose="020B0604030504040204" pitchFamily="34" charset="0"/>
              </a:rPr>
              <a:t>500+ End customers &amp; growing.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altLang="en-US" sz="1200" dirty="0">
                <a:latin typeface="Verdana" panose="020B0604030504040204" pitchFamily="34" charset="0"/>
              </a:rPr>
              <a:t>We are present across many industry segments with major focus on below top 5 industries.</a:t>
            </a:r>
          </a:p>
          <a:p>
            <a:pPr marL="1028700"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altLang="en-US" sz="1200" dirty="0">
                <a:latin typeface="Verdana" panose="020B0604030504040204" pitchFamily="34" charset="0"/>
              </a:rPr>
              <a:t>General Machine Building</a:t>
            </a:r>
          </a:p>
          <a:p>
            <a:pPr marL="1028700"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altLang="en-US" sz="1200" dirty="0">
                <a:latin typeface="Verdana" panose="020B0604030504040204" pitchFamily="34" charset="0"/>
              </a:rPr>
              <a:t>Packaging</a:t>
            </a:r>
          </a:p>
          <a:p>
            <a:pPr marL="1028700"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altLang="en-US" sz="1200" dirty="0">
                <a:latin typeface="Verdana" panose="020B0604030504040204" pitchFamily="34" charset="0"/>
              </a:rPr>
              <a:t>Printing</a:t>
            </a:r>
          </a:p>
          <a:p>
            <a:pPr marL="1028700"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altLang="en-US" sz="1200" dirty="0">
                <a:latin typeface="Verdana" panose="020B0604030504040204" pitchFamily="34" charset="0"/>
              </a:rPr>
              <a:t>Wood Working</a:t>
            </a:r>
          </a:p>
          <a:p>
            <a:pPr marL="1028700"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altLang="en-US" sz="1200" dirty="0">
                <a:latin typeface="Verdana" panose="020B0604030504040204" pitchFamily="34" charset="0"/>
              </a:rPr>
              <a:t>Medical</a:t>
            </a:r>
          </a:p>
          <a:p>
            <a:pPr lvl="1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endParaRPr kumimoji="0" lang="en-US" altLang="en-US" sz="800" dirty="0">
              <a:latin typeface="Verdana" panose="020B0604030504040204" pitchFamily="34" charset="0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altLang="en-US" sz="1200" dirty="0">
                <a:latin typeface="Verdana" panose="020B0604030504040204" pitchFamily="34" charset="0"/>
              </a:rPr>
              <a:t>Upbringing is registered in many Government establishments.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kumimoji="0" lang="en-US" altLang="en-US" sz="1200" dirty="0">
                <a:latin typeface="Verdana" panose="020B0604030504040204" pitchFamily="34" charset="0"/>
              </a:rPr>
              <a:t>Modern Office space. Fully equipped service center &amp; warehouse.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FDF9EA9-94F8-5D98-5397-1B10076EAED4}"/>
              </a:ext>
            </a:extLst>
          </p:cNvPr>
          <p:cNvGraphicFramePr/>
          <p:nvPr/>
        </p:nvGraphicFramePr>
        <p:xfrm>
          <a:off x="1475656" y="2348880"/>
          <a:ext cx="6048672" cy="3528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A0ADC81-842C-DCC4-B0B7-A2850A368A0A}"/>
              </a:ext>
            </a:extLst>
          </p:cNvPr>
          <p:cNvSpPr txBox="1"/>
          <p:nvPr/>
        </p:nvSpPr>
        <p:spPr>
          <a:xfrm>
            <a:off x="971550" y="1341438"/>
            <a:ext cx="7488238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 dirty="0">
                <a:latin typeface="+mj-lt"/>
              </a:rPr>
              <a:t>Multiple </a:t>
            </a:r>
            <a:r>
              <a:rPr lang="en-US" sz="2400" b="1" dirty="0">
                <a:latin typeface="+mj-lt"/>
              </a:rPr>
              <a:t>Possibilities</a:t>
            </a:r>
            <a:r>
              <a:rPr lang="en-US" sz="2800" b="1" dirty="0">
                <a:latin typeface="+mj-lt"/>
              </a:rPr>
              <a:t> of Cooperation </a:t>
            </a:r>
            <a:endParaRPr lang="en-IN" sz="2800" b="1" dirty="0">
              <a:latin typeface="+mj-l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text">
            <a:extLst>
              <a:ext uri="{FF2B5EF4-FFF2-40B4-BE49-F238E27FC236}">
                <a16:creationId xmlns:a16="http://schemas.microsoft.com/office/drawing/2014/main" id="{EC412351-0013-95A3-6ACE-F16698D87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9" y="1844824"/>
            <a:ext cx="8321021" cy="25171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35EB8A8-D794-1CFA-EFB5-DA3E34331117}"/>
              </a:ext>
            </a:extLst>
          </p:cNvPr>
          <p:cNvSpPr txBox="1">
            <a:spLocks/>
          </p:cNvSpPr>
          <p:nvPr/>
        </p:nvSpPr>
        <p:spPr>
          <a:xfrm>
            <a:off x="278266" y="1261129"/>
            <a:ext cx="8587468" cy="570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kumimoji="0" lang="en-US" sz="3200" b="1" i="1" kern="1200" dirty="0">
                <a:solidFill>
                  <a:srgbClr val="C00000"/>
                </a:solidFill>
              </a:rPr>
              <a:t>Thank you &amp; we look forward to working with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1673</Words>
  <Application>Microsoft Office PowerPoint</Application>
  <PresentationFormat>On-screen Show (4:3)</PresentationFormat>
  <Paragraphs>677</Paragraphs>
  <Slides>32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宋体</vt:lpstr>
      <vt:lpstr>Arial</vt:lpstr>
      <vt:lpstr>Calibri</vt:lpstr>
      <vt:lpstr>Calibri Light</vt:lpstr>
      <vt:lpstr>Times</vt:lpstr>
      <vt:lpstr>Times New Roman</vt:lpstr>
      <vt:lpstr>Verdana</vt:lpstr>
      <vt:lpstr>Wingdings</vt:lpstr>
      <vt:lpstr>Custom Design</vt:lpstr>
      <vt:lpstr>Default Design</vt:lpstr>
      <vt:lpstr>2_Custom Design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Major OEMs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MB</dc:creator>
  <cp:lastModifiedBy>Ritwik B</cp:lastModifiedBy>
  <cp:revision>1928</cp:revision>
  <cp:lastPrinted>2019-12-07T09:32:00Z</cp:lastPrinted>
  <dcterms:created xsi:type="dcterms:W3CDTF">2003-02-10T14:00:37Z</dcterms:created>
  <dcterms:modified xsi:type="dcterms:W3CDTF">2025-04-19T05:49:34Z</dcterms:modified>
</cp:coreProperties>
</file>